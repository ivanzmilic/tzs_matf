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0077450" cy="566896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74" d="100"/>
          <a:sy n="174" d="100"/>
        </p:scale>
        <p:origin x="908"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E13B95-2CFB-1F7B-A050-A7EF79B7DCBC}"/>
              </a:ext>
            </a:extLst>
          </p:cNvPr>
          <p:cNvSpPr txBox="1">
            <a:spLocks noGrp="1"/>
          </p:cNvSpPr>
          <p:nvPr>
            <p:ph type="hdr" sz="quarter"/>
          </p:nvPr>
        </p:nvSpPr>
        <p:spPr>
          <a:xfrm>
            <a:off x="0" y="0"/>
            <a:ext cx="3372840" cy="50256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3" name="Date Placeholder 2">
            <a:extLst>
              <a:ext uri="{FF2B5EF4-FFF2-40B4-BE49-F238E27FC236}">
                <a16:creationId xmlns:a16="http://schemas.microsoft.com/office/drawing/2014/main" id="{E23D3775-953A-3A98-0345-F052F277DF3B}"/>
              </a:ext>
            </a:extLst>
          </p:cNvPr>
          <p:cNvSpPr txBox="1">
            <a:spLocks noGrp="1"/>
          </p:cNvSpPr>
          <p:nvPr>
            <p:ph type="dt" sz="quarter" idx="1"/>
          </p:nvPr>
        </p:nvSpPr>
        <p:spPr>
          <a:xfrm>
            <a:off x="4399200" y="0"/>
            <a:ext cx="3372840" cy="50256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4" name="Footer Placeholder 3">
            <a:extLst>
              <a:ext uri="{FF2B5EF4-FFF2-40B4-BE49-F238E27FC236}">
                <a16:creationId xmlns:a16="http://schemas.microsoft.com/office/drawing/2014/main" id="{E7E1AF85-0577-3F46-F06C-13FA6A9044B7}"/>
              </a:ext>
            </a:extLst>
          </p:cNvPr>
          <p:cNvSpPr txBox="1">
            <a:spLocks noGrp="1"/>
          </p:cNvSpPr>
          <p:nvPr>
            <p:ph type="ftr" sz="quarter" idx="2"/>
          </p:nvPr>
        </p:nvSpPr>
        <p:spPr>
          <a:xfrm>
            <a:off x="0" y="9555480"/>
            <a:ext cx="3372840" cy="50256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5" name="Slide Number Placeholder 4">
            <a:extLst>
              <a:ext uri="{FF2B5EF4-FFF2-40B4-BE49-F238E27FC236}">
                <a16:creationId xmlns:a16="http://schemas.microsoft.com/office/drawing/2014/main" id="{7A5BD4B4-F291-CC98-9C39-CC4075A01DE2}"/>
              </a:ext>
            </a:extLst>
          </p:cNvPr>
          <p:cNvSpPr txBox="1">
            <a:spLocks noGrp="1"/>
          </p:cNvSpPr>
          <p:nvPr>
            <p:ph type="sldNum" sz="quarter" idx="3"/>
          </p:nvPr>
        </p:nvSpPr>
        <p:spPr>
          <a:xfrm>
            <a:off x="4399200" y="9555480"/>
            <a:ext cx="3372840" cy="50256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9750BD2E-192A-4BFB-948F-66710E574AE6}" type="slidenum">
              <a:t>‹#›</a:t>
            </a:fld>
            <a:endParaRPr lang="en-US" sz="1400" b="0" i="0" u="none" strike="noStrike" kern="1200" cap="none">
              <a:ln>
                <a:noFill/>
              </a:ln>
              <a:latin typeface="Liberation Sans" pitchFamily="18"/>
              <a:ea typeface="Microsoft YaHei" pitchFamily="2"/>
              <a:cs typeface="Arial" pitchFamily="2"/>
            </a:endParaRPr>
          </a:p>
        </p:txBody>
      </p:sp>
    </p:spTree>
    <p:extLst>
      <p:ext uri="{BB962C8B-B14F-4D97-AF65-F5344CB8AC3E}">
        <p14:creationId xmlns:p14="http://schemas.microsoft.com/office/powerpoint/2010/main" val="40575407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119DA-4CF1-3D32-A6A1-620A78B97158}"/>
              </a:ext>
            </a:extLst>
          </p:cNvPr>
          <p:cNvSpPr>
            <a:spLocks noGrp="1" noRot="1" noChangeAspect="1"/>
          </p:cNvSpPr>
          <p:nvPr>
            <p:ph type="sldImg" idx="2"/>
          </p:nvPr>
        </p:nvSpPr>
        <p:spPr>
          <a:xfrm>
            <a:off x="533520" y="764280"/>
            <a:ext cx="6704640" cy="3771360"/>
          </a:xfrm>
          <a:prstGeom prst="rect">
            <a:avLst/>
          </a:prstGeom>
          <a:noFill/>
          <a:ln>
            <a:noFill/>
            <a:prstDash val="solid"/>
          </a:ln>
        </p:spPr>
      </p:sp>
      <p:sp>
        <p:nvSpPr>
          <p:cNvPr id="3" name="Notes Placeholder 2">
            <a:extLst>
              <a:ext uri="{FF2B5EF4-FFF2-40B4-BE49-F238E27FC236}">
                <a16:creationId xmlns:a16="http://schemas.microsoft.com/office/drawing/2014/main" id="{D9F78AD2-7633-4E9A-539A-184705A08CE9}"/>
              </a:ext>
            </a:extLst>
          </p:cNvPr>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940C8946-F5C1-F9D7-EFA9-BF8BD0729961}"/>
              </a:ext>
            </a:extLst>
          </p:cNvPr>
          <p:cNvSpPr txBox="1">
            <a:spLocks noGrp="1"/>
          </p:cNvSpPr>
          <p:nvPr>
            <p:ph type="hdr" sz="quarter"/>
          </p:nvPr>
        </p:nvSpPr>
        <p:spPr>
          <a:xfrm>
            <a:off x="0" y="0"/>
            <a:ext cx="3372840" cy="50256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5" name="Date Placeholder 4">
            <a:extLst>
              <a:ext uri="{FF2B5EF4-FFF2-40B4-BE49-F238E27FC236}">
                <a16:creationId xmlns:a16="http://schemas.microsoft.com/office/drawing/2014/main" id="{080EBFC0-3BEE-6F91-9CB7-864A9FE32E9E}"/>
              </a:ext>
            </a:extLst>
          </p:cNvPr>
          <p:cNvSpPr txBox="1">
            <a:spLocks noGrp="1"/>
          </p:cNvSpPr>
          <p:nvPr>
            <p:ph type="dt" idx="1"/>
          </p:nvPr>
        </p:nvSpPr>
        <p:spPr>
          <a:xfrm>
            <a:off x="4399200" y="0"/>
            <a:ext cx="3372840" cy="50256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endParaRPr lang="en-US"/>
          </a:p>
        </p:txBody>
      </p:sp>
      <p:sp>
        <p:nvSpPr>
          <p:cNvPr id="6" name="Footer Placeholder 5">
            <a:extLst>
              <a:ext uri="{FF2B5EF4-FFF2-40B4-BE49-F238E27FC236}">
                <a16:creationId xmlns:a16="http://schemas.microsoft.com/office/drawing/2014/main" id="{CE5E14BC-F6EC-BC9E-EA65-FD77C23C329B}"/>
              </a:ext>
            </a:extLst>
          </p:cNvPr>
          <p:cNvSpPr txBox="1">
            <a:spLocks noGrp="1"/>
          </p:cNvSpPr>
          <p:nvPr>
            <p:ph type="ftr" sz="quarter" idx="4"/>
          </p:nvPr>
        </p:nvSpPr>
        <p:spPr>
          <a:xfrm>
            <a:off x="0" y="9555480"/>
            <a:ext cx="3372840" cy="50256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7" name="Slide Number Placeholder 6">
            <a:extLst>
              <a:ext uri="{FF2B5EF4-FFF2-40B4-BE49-F238E27FC236}">
                <a16:creationId xmlns:a16="http://schemas.microsoft.com/office/drawing/2014/main" id="{916C5891-888D-3C2B-B7A7-0214AB3A2D47}"/>
              </a:ext>
            </a:extLst>
          </p:cNvPr>
          <p:cNvSpPr txBox="1">
            <a:spLocks noGrp="1"/>
          </p:cNvSpPr>
          <p:nvPr>
            <p:ph type="sldNum" sz="quarter" idx="5"/>
          </p:nvPr>
        </p:nvSpPr>
        <p:spPr>
          <a:xfrm>
            <a:off x="4399200" y="9555480"/>
            <a:ext cx="3372840" cy="50256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fld id="{CCB63081-B68D-41FA-8B1A-7494B5EC1C21}" type="slidenum">
              <a:t>‹#›</a:t>
            </a:fld>
            <a:endParaRPr lang="en-US"/>
          </a:p>
        </p:txBody>
      </p:sp>
    </p:spTree>
    <p:extLst>
      <p:ext uri="{BB962C8B-B14F-4D97-AF65-F5344CB8AC3E}">
        <p14:creationId xmlns:p14="http://schemas.microsoft.com/office/powerpoint/2010/main" val="4289484075"/>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cap="none">
        <a:ln>
          <a:noFill/>
        </a:ln>
        <a:highlight>
          <a:scrgbClr r="0" g="0" b="0">
            <a:alpha val="0"/>
          </a:scrgbClr>
        </a:highlight>
        <a:latin typeface="Liberation Sans" pitchFamily="18"/>
        <a:ea typeface="Microsoft YaHei" pitchFamily="2"/>
        <a:cs typeface="Ari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68B4E53-B325-44EC-F4F7-50A52DE9CAA9}"/>
              </a:ext>
            </a:extLst>
          </p:cNvPr>
          <p:cNvSpPr txBox="1">
            <a:spLocks noGrp="1"/>
          </p:cNvSpPr>
          <p:nvPr>
            <p:ph type="sldNum" sz="quarter" idx="5"/>
          </p:nvPr>
        </p:nvSpPr>
        <p:spPr>
          <a:ln/>
        </p:spPr>
        <p:txBody>
          <a:bodyPr vert="horz" lIns="0" tIns="0" rIns="0" bIns="0" anchor="b" anchorCtr="0">
            <a:noAutofit/>
          </a:bodyPr>
          <a:lstStyle/>
          <a:p>
            <a:pPr lvl="0"/>
            <a:fld id="{5D04D799-3946-4CB9-9003-C5DD20AF280A}" type="slidenum">
              <a:t>1</a:t>
            </a:fld>
            <a:endParaRPr lang="en-US"/>
          </a:p>
        </p:txBody>
      </p:sp>
      <p:sp>
        <p:nvSpPr>
          <p:cNvPr id="2" name="Slide Image Placeholder 1">
            <a:extLst>
              <a:ext uri="{FF2B5EF4-FFF2-40B4-BE49-F238E27FC236}">
                <a16:creationId xmlns:a16="http://schemas.microsoft.com/office/drawing/2014/main" id="{6B07A47C-A17D-A6BC-23BA-A0A41AA25442}"/>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71436D4-16ED-F96C-8FE3-C6505A87B93B}"/>
              </a:ext>
            </a:extLst>
          </p:cNvPr>
          <p:cNvSpPr txBox="1">
            <a:spLocks noGrp="1"/>
          </p:cNvSpPr>
          <p:nvPr>
            <p:ph type="body" sz="quarter" idx="1"/>
          </p:nvPr>
        </p:nvSpPr>
        <p:spPr/>
        <p:txBody>
          <a:bodyPr vert="horz">
            <a:sp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0E1796A-856D-08A0-0432-7F85A080EAF0}"/>
              </a:ext>
            </a:extLst>
          </p:cNvPr>
          <p:cNvSpPr txBox="1">
            <a:spLocks noGrp="1"/>
          </p:cNvSpPr>
          <p:nvPr>
            <p:ph type="sldNum" sz="quarter" idx="5"/>
          </p:nvPr>
        </p:nvSpPr>
        <p:spPr>
          <a:ln/>
        </p:spPr>
        <p:txBody>
          <a:bodyPr vert="horz" lIns="0" tIns="0" rIns="0" bIns="0" anchor="b" anchorCtr="0">
            <a:noAutofit/>
          </a:bodyPr>
          <a:lstStyle/>
          <a:p>
            <a:pPr lvl="0"/>
            <a:fld id="{D9BDBC32-D58B-4CBD-A911-AAD70945AA46}" type="slidenum">
              <a:t>2</a:t>
            </a:fld>
            <a:endParaRPr lang="en-US"/>
          </a:p>
        </p:txBody>
      </p:sp>
      <p:sp>
        <p:nvSpPr>
          <p:cNvPr id="2" name="Slide Image Placeholder 1">
            <a:extLst>
              <a:ext uri="{FF2B5EF4-FFF2-40B4-BE49-F238E27FC236}">
                <a16:creationId xmlns:a16="http://schemas.microsoft.com/office/drawing/2014/main" id="{CEC0DE6C-075A-53E8-F55A-0C3A4DD8866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7C7EC70-7CD1-ED0B-8AB6-DD089519DE28}"/>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7FD5CF8-123A-1EAB-B91D-E7B9CD51ACF0}"/>
              </a:ext>
            </a:extLst>
          </p:cNvPr>
          <p:cNvSpPr txBox="1">
            <a:spLocks noGrp="1"/>
          </p:cNvSpPr>
          <p:nvPr>
            <p:ph type="sldNum" sz="quarter" idx="5"/>
          </p:nvPr>
        </p:nvSpPr>
        <p:spPr>
          <a:ln/>
        </p:spPr>
        <p:txBody>
          <a:bodyPr vert="horz" lIns="0" tIns="0" rIns="0" bIns="0" anchor="b" anchorCtr="0">
            <a:noAutofit/>
          </a:bodyPr>
          <a:lstStyle/>
          <a:p>
            <a:pPr lvl="0"/>
            <a:fld id="{65C76387-1485-4159-A1F0-0415686F0A4D}" type="slidenum">
              <a:t>3</a:t>
            </a:fld>
            <a:endParaRPr lang="en-US"/>
          </a:p>
        </p:txBody>
      </p:sp>
      <p:sp>
        <p:nvSpPr>
          <p:cNvPr id="2" name="Slide Image Placeholder 1">
            <a:extLst>
              <a:ext uri="{FF2B5EF4-FFF2-40B4-BE49-F238E27FC236}">
                <a16:creationId xmlns:a16="http://schemas.microsoft.com/office/drawing/2014/main" id="{D227F7FC-E419-199E-CF5B-7FC2A22D297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8BF9C29-2457-7E4D-0721-D08AFBEA548B}"/>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6A81D11-57E0-DECE-17B1-5FF32DC511BA}"/>
              </a:ext>
            </a:extLst>
          </p:cNvPr>
          <p:cNvSpPr txBox="1">
            <a:spLocks noGrp="1"/>
          </p:cNvSpPr>
          <p:nvPr>
            <p:ph type="sldNum" sz="quarter" idx="5"/>
          </p:nvPr>
        </p:nvSpPr>
        <p:spPr>
          <a:ln/>
        </p:spPr>
        <p:txBody>
          <a:bodyPr vert="horz" lIns="0" tIns="0" rIns="0" bIns="0" anchor="b" anchorCtr="0">
            <a:noAutofit/>
          </a:bodyPr>
          <a:lstStyle/>
          <a:p>
            <a:pPr lvl="0"/>
            <a:fld id="{930F64CC-F85B-4F24-9810-F4092728F34B}" type="slidenum">
              <a:t>4</a:t>
            </a:fld>
            <a:endParaRPr lang="en-US"/>
          </a:p>
        </p:txBody>
      </p:sp>
      <p:sp>
        <p:nvSpPr>
          <p:cNvPr id="2" name="Slide Image Placeholder 1">
            <a:extLst>
              <a:ext uri="{FF2B5EF4-FFF2-40B4-BE49-F238E27FC236}">
                <a16:creationId xmlns:a16="http://schemas.microsoft.com/office/drawing/2014/main" id="{ABB1CD3F-0925-E319-E477-A62D8CEF087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423984E-4709-095A-9F6A-C8091CE55E9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73E0324-F9D9-C117-D64B-91C4A2AAB3B9}"/>
              </a:ext>
            </a:extLst>
          </p:cNvPr>
          <p:cNvSpPr txBox="1">
            <a:spLocks noGrp="1"/>
          </p:cNvSpPr>
          <p:nvPr>
            <p:ph type="sldNum" sz="quarter" idx="5"/>
          </p:nvPr>
        </p:nvSpPr>
        <p:spPr>
          <a:ln/>
        </p:spPr>
        <p:txBody>
          <a:bodyPr vert="horz" lIns="0" tIns="0" rIns="0" bIns="0" anchor="b" anchorCtr="0">
            <a:noAutofit/>
          </a:bodyPr>
          <a:lstStyle/>
          <a:p>
            <a:pPr lvl="0"/>
            <a:fld id="{F2AB0470-706E-49C2-A04C-614FA873E953}" type="slidenum">
              <a:t>5</a:t>
            </a:fld>
            <a:endParaRPr lang="en-US"/>
          </a:p>
        </p:txBody>
      </p:sp>
      <p:sp>
        <p:nvSpPr>
          <p:cNvPr id="2" name="Slide Image Placeholder 1">
            <a:extLst>
              <a:ext uri="{FF2B5EF4-FFF2-40B4-BE49-F238E27FC236}">
                <a16:creationId xmlns:a16="http://schemas.microsoft.com/office/drawing/2014/main" id="{16FD2216-284D-A498-20C4-7C855DAFE4C2}"/>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0A1ECF9-FAE8-E3FE-5ED8-504078DE70B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A884642-B678-376D-DEA4-E1DDFB96EA0A}"/>
              </a:ext>
            </a:extLst>
          </p:cNvPr>
          <p:cNvSpPr txBox="1">
            <a:spLocks noGrp="1"/>
          </p:cNvSpPr>
          <p:nvPr>
            <p:ph type="sldNum" sz="quarter" idx="5"/>
          </p:nvPr>
        </p:nvSpPr>
        <p:spPr>
          <a:ln/>
        </p:spPr>
        <p:txBody>
          <a:bodyPr vert="horz" lIns="0" tIns="0" rIns="0" bIns="0" anchor="b" anchorCtr="0">
            <a:noAutofit/>
          </a:bodyPr>
          <a:lstStyle/>
          <a:p>
            <a:pPr lvl="0"/>
            <a:fld id="{3B3BCE31-49F0-4C2E-AB7E-258900DE46D5}" type="slidenum">
              <a:t>6</a:t>
            </a:fld>
            <a:endParaRPr lang="en-US"/>
          </a:p>
        </p:txBody>
      </p:sp>
      <p:sp>
        <p:nvSpPr>
          <p:cNvPr id="2" name="Slide Image Placeholder 1">
            <a:extLst>
              <a:ext uri="{FF2B5EF4-FFF2-40B4-BE49-F238E27FC236}">
                <a16:creationId xmlns:a16="http://schemas.microsoft.com/office/drawing/2014/main" id="{7F2C0ED1-CD5D-68CB-FD40-77B9A907C219}"/>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67C7446-2DAD-8FFA-F590-157ECC9B9E8D}"/>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974896A-459B-2EAA-022C-107CCBA8D7FA}"/>
              </a:ext>
            </a:extLst>
          </p:cNvPr>
          <p:cNvSpPr txBox="1">
            <a:spLocks noGrp="1"/>
          </p:cNvSpPr>
          <p:nvPr>
            <p:ph type="sldNum" sz="quarter" idx="5"/>
          </p:nvPr>
        </p:nvSpPr>
        <p:spPr>
          <a:ln/>
        </p:spPr>
        <p:txBody>
          <a:bodyPr vert="horz" lIns="0" tIns="0" rIns="0" bIns="0" anchor="b" anchorCtr="0">
            <a:noAutofit/>
          </a:bodyPr>
          <a:lstStyle/>
          <a:p>
            <a:pPr lvl="0"/>
            <a:fld id="{94EE9215-B409-486D-BB19-56AF38D561E5}" type="slidenum">
              <a:t>7</a:t>
            </a:fld>
            <a:endParaRPr lang="en-US"/>
          </a:p>
        </p:txBody>
      </p:sp>
      <p:sp>
        <p:nvSpPr>
          <p:cNvPr id="2" name="Slide Image Placeholder 1">
            <a:extLst>
              <a:ext uri="{FF2B5EF4-FFF2-40B4-BE49-F238E27FC236}">
                <a16:creationId xmlns:a16="http://schemas.microsoft.com/office/drawing/2014/main" id="{2500135D-5AF1-52D8-DA4E-66E341C2FDF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5FB77CC-6AED-B49C-7546-194E60BD2C2B}"/>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0588C58-A241-A149-4D32-258F68F39EF5}"/>
              </a:ext>
            </a:extLst>
          </p:cNvPr>
          <p:cNvSpPr txBox="1">
            <a:spLocks noGrp="1"/>
          </p:cNvSpPr>
          <p:nvPr>
            <p:ph type="sldNum" sz="quarter" idx="5"/>
          </p:nvPr>
        </p:nvSpPr>
        <p:spPr>
          <a:ln/>
        </p:spPr>
        <p:txBody>
          <a:bodyPr vert="horz" lIns="0" tIns="0" rIns="0" bIns="0" anchor="b" anchorCtr="0">
            <a:noAutofit/>
          </a:bodyPr>
          <a:lstStyle/>
          <a:p>
            <a:pPr lvl="0"/>
            <a:fld id="{7A6E7771-6122-4C31-99FC-F3982ED9E85C}" type="slidenum">
              <a:t>8</a:t>
            </a:fld>
            <a:endParaRPr lang="en-US"/>
          </a:p>
        </p:txBody>
      </p:sp>
      <p:sp>
        <p:nvSpPr>
          <p:cNvPr id="2" name="Slide Image Placeholder 1">
            <a:extLst>
              <a:ext uri="{FF2B5EF4-FFF2-40B4-BE49-F238E27FC236}">
                <a16:creationId xmlns:a16="http://schemas.microsoft.com/office/drawing/2014/main" id="{DAE68C0E-5E1A-1337-3EDA-ECE060CB88F4}"/>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FD93E53-E07E-A64D-B05B-E5C5A4412559}"/>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82C07BE-7668-AE3C-CE6A-13B24C462733}"/>
              </a:ext>
            </a:extLst>
          </p:cNvPr>
          <p:cNvSpPr txBox="1">
            <a:spLocks noGrp="1"/>
          </p:cNvSpPr>
          <p:nvPr>
            <p:ph type="sldNum" sz="quarter" idx="5"/>
          </p:nvPr>
        </p:nvSpPr>
        <p:spPr>
          <a:ln/>
        </p:spPr>
        <p:txBody>
          <a:bodyPr vert="horz" lIns="0" tIns="0" rIns="0" bIns="0" anchor="b" anchorCtr="0">
            <a:noAutofit/>
          </a:bodyPr>
          <a:lstStyle/>
          <a:p>
            <a:pPr lvl="0"/>
            <a:fld id="{814FD672-50D2-4610-B78A-B1D3B433F546}" type="slidenum">
              <a:t>9</a:t>
            </a:fld>
            <a:endParaRPr lang="en-US"/>
          </a:p>
        </p:txBody>
      </p:sp>
      <p:sp>
        <p:nvSpPr>
          <p:cNvPr id="2" name="Slide Image Placeholder 1">
            <a:extLst>
              <a:ext uri="{FF2B5EF4-FFF2-40B4-BE49-F238E27FC236}">
                <a16:creationId xmlns:a16="http://schemas.microsoft.com/office/drawing/2014/main" id="{996D750B-4143-8EAC-785F-FB7CBA4CDF53}"/>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4A6CEB3-010A-59FA-3FFC-529505525F1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EADB095-B59A-C11D-48FA-72EFA0E4CCA5}"/>
              </a:ext>
            </a:extLst>
          </p:cNvPr>
          <p:cNvSpPr txBox="1">
            <a:spLocks noGrp="1"/>
          </p:cNvSpPr>
          <p:nvPr>
            <p:ph type="sldNum" sz="quarter" idx="5"/>
          </p:nvPr>
        </p:nvSpPr>
        <p:spPr>
          <a:ln/>
        </p:spPr>
        <p:txBody>
          <a:bodyPr vert="horz" lIns="0" tIns="0" rIns="0" bIns="0" anchor="b" anchorCtr="0">
            <a:noAutofit/>
          </a:bodyPr>
          <a:lstStyle/>
          <a:p>
            <a:pPr lvl="0"/>
            <a:fld id="{705284AA-D27B-4829-9F2D-4E0E1EB35C01}" type="slidenum">
              <a:t>10</a:t>
            </a:fld>
            <a:endParaRPr lang="en-US"/>
          </a:p>
        </p:txBody>
      </p:sp>
      <p:sp>
        <p:nvSpPr>
          <p:cNvPr id="2" name="Slide Image Placeholder 1">
            <a:extLst>
              <a:ext uri="{FF2B5EF4-FFF2-40B4-BE49-F238E27FC236}">
                <a16:creationId xmlns:a16="http://schemas.microsoft.com/office/drawing/2014/main" id="{A640755A-83EB-FBA5-7416-77D1A849A44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AAC5A67-4CB5-AD64-2675-6E552785572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9F21A0-EE81-5B0F-6E08-04BCC00F3DA2}"/>
              </a:ext>
            </a:extLst>
          </p:cNvPr>
          <p:cNvSpPr txBox="1">
            <a:spLocks noGrp="1"/>
          </p:cNvSpPr>
          <p:nvPr>
            <p:ph type="sldNum" sz="quarter" idx="5"/>
          </p:nvPr>
        </p:nvSpPr>
        <p:spPr>
          <a:ln/>
        </p:spPr>
        <p:txBody>
          <a:bodyPr vert="horz" lIns="0" tIns="0" rIns="0" bIns="0" anchor="b" anchorCtr="0">
            <a:noAutofit/>
          </a:bodyPr>
          <a:lstStyle/>
          <a:p>
            <a:pPr lvl="0"/>
            <a:fld id="{39EB3BDD-E542-4012-844B-3AA6ACABEE2D}" type="slidenum">
              <a:t>11</a:t>
            </a:fld>
            <a:endParaRPr lang="en-US"/>
          </a:p>
        </p:txBody>
      </p:sp>
      <p:sp>
        <p:nvSpPr>
          <p:cNvPr id="2" name="Slide Image Placeholder 1">
            <a:extLst>
              <a:ext uri="{FF2B5EF4-FFF2-40B4-BE49-F238E27FC236}">
                <a16:creationId xmlns:a16="http://schemas.microsoft.com/office/drawing/2014/main" id="{4A42731E-2771-863A-E0EE-87E5084357C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749A609-609A-B7B4-5102-9E90FD7FF7E4}"/>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03B9974-907F-18E0-1A46-3DBB3C63BD9E}"/>
              </a:ext>
            </a:extLst>
          </p:cNvPr>
          <p:cNvSpPr txBox="1">
            <a:spLocks noGrp="1"/>
          </p:cNvSpPr>
          <p:nvPr>
            <p:ph type="sldNum" sz="quarter" idx="5"/>
          </p:nvPr>
        </p:nvSpPr>
        <p:spPr>
          <a:ln/>
        </p:spPr>
        <p:txBody>
          <a:bodyPr vert="horz" lIns="0" tIns="0" rIns="0" bIns="0" anchor="b" anchorCtr="0">
            <a:noAutofit/>
          </a:bodyPr>
          <a:lstStyle/>
          <a:p>
            <a:pPr lvl="0"/>
            <a:fld id="{CB68C521-EF09-4BC8-AD40-BF62437FAEFC}" type="slidenum">
              <a:t>12</a:t>
            </a:fld>
            <a:endParaRPr lang="en-US"/>
          </a:p>
        </p:txBody>
      </p:sp>
      <p:sp>
        <p:nvSpPr>
          <p:cNvPr id="2" name="Slide Image Placeholder 1">
            <a:extLst>
              <a:ext uri="{FF2B5EF4-FFF2-40B4-BE49-F238E27FC236}">
                <a16:creationId xmlns:a16="http://schemas.microsoft.com/office/drawing/2014/main" id="{C530BE7F-7CA3-6B58-8550-A6C2777C99D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D9E97AC-EBD0-AB33-D9D7-0EE403A1D22A}"/>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1F3C978-5230-4280-651A-9913E94BA249}"/>
              </a:ext>
            </a:extLst>
          </p:cNvPr>
          <p:cNvSpPr txBox="1">
            <a:spLocks noGrp="1"/>
          </p:cNvSpPr>
          <p:nvPr>
            <p:ph type="sldNum" sz="quarter" idx="5"/>
          </p:nvPr>
        </p:nvSpPr>
        <p:spPr>
          <a:ln/>
        </p:spPr>
        <p:txBody>
          <a:bodyPr vert="horz" lIns="0" tIns="0" rIns="0" bIns="0" anchor="b" anchorCtr="0">
            <a:noAutofit/>
          </a:bodyPr>
          <a:lstStyle/>
          <a:p>
            <a:pPr lvl="0"/>
            <a:fld id="{B6F591FA-6BAF-4DB8-9DFD-EFC82220BE10}" type="slidenum">
              <a:t>13</a:t>
            </a:fld>
            <a:endParaRPr lang="en-US"/>
          </a:p>
        </p:txBody>
      </p:sp>
      <p:sp>
        <p:nvSpPr>
          <p:cNvPr id="2" name="Slide Image Placeholder 1">
            <a:extLst>
              <a:ext uri="{FF2B5EF4-FFF2-40B4-BE49-F238E27FC236}">
                <a16:creationId xmlns:a16="http://schemas.microsoft.com/office/drawing/2014/main" id="{0C34EDD3-1FFE-6F01-823F-E27E5D546548}"/>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16D3C74-0B69-7625-0C46-A574D33C1C2A}"/>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544BF9F-C702-89FC-DF2F-B312A5C161BC}"/>
              </a:ext>
            </a:extLst>
          </p:cNvPr>
          <p:cNvSpPr txBox="1">
            <a:spLocks noGrp="1"/>
          </p:cNvSpPr>
          <p:nvPr>
            <p:ph type="sldNum" sz="quarter" idx="5"/>
          </p:nvPr>
        </p:nvSpPr>
        <p:spPr>
          <a:ln/>
        </p:spPr>
        <p:txBody>
          <a:bodyPr vert="horz" lIns="0" tIns="0" rIns="0" bIns="0" anchor="b" anchorCtr="0">
            <a:noAutofit/>
          </a:bodyPr>
          <a:lstStyle/>
          <a:p>
            <a:pPr lvl="0"/>
            <a:fld id="{66A19671-A067-4521-92A4-C732CEEC203F}" type="slidenum">
              <a:t>14</a:t>
            </a:fld>
            <a:endParaRPr lang="en-US"/>
          </a:p>
        </p:txBody>
      </p:sp>
      <p:sp>
        <p:nvSpPr>
          <p:cNvPr id="2" name="Slide Image Placeholder 1">
            <a:extLst>
              <a:ext uri="{FF2B5EF4-FFF2-40B4-BE49-F238E27FC236}">
                <a16:creationId xmlns:a16="http://schemas.microsoft.com/office/drawing/2014/main" id="{E695C723-B715-CAB8-5120-DDF9B1479AF6}"/>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8351402-3781-A398-A94D-230ACFBAB391}"/>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E33B445-9623-49C4-6295-3E3E3D0FE1C9}"/>
              </a:ext>
            </a:extLst>
          </p:cNvPr>
          <p:cNvSpPr txBox="1">
            <a:spLocks noGrp="1"/>
          </p:cNvSpPr>
          <p:nvPr>
            <p:ph type="sldNum" sz="quarter" idx="5"/>
          </p:nvPr>
        </p:nvSpPr>
        <p:spPr>
          <a:ln/>
        </p:spPr>
        <p:txBody>
          <a:bodyPr vert="horz" lIns="0" tIns="0" rIns="0" bIns="0" anchor="b" anchorCtr="0">
            <a:noAutofit/>
          </a:bodyPr>
          <a:lstStyle/>
          <a:p>
            <a:pPr lvl="0"/>
            <a:fld id="{D7A14EAA-01A4-41B1-B93D-599BA1A3E5E3}" type="slidenum">
              <a:t>15</a:t>
            </a:fld>
            <a:endParaRPr lang="en-US"/>
          </a:p>
        </p:txBody>
      </p:sp>
      <p:sp>
        <p:nvSpPr>
          <p:cNvPr id="2" name="Slide Image Placeholder 1">
            <a:extLst>
              <a:ext uri="{FF2B5EF4-FFF2-40B4-BE49-F238E27FC236}">
                <a16:creationId xmlns:a16="http://schemas.microsoft.com/office/drawing/2014/main" id="{55560EBF-7240-DA99-6CB8-E6ACB69CAAF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7EE6A73-0AB9-8935-5D4F-48A965DEB6E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A1E1FEF-9E15-0050-2732-702118C16D56}"/>
              </a:ext>
            </a:extLst>
          </p:cNvPr>
          <p:cNvSpPr txBox="1">
            <a:spLocks noGrp="1"/>
          </p:cNvSpPr>
          <p:nvPr>
            <p:ph type="sldNum" sz="quarter" idx="5"/>
          </p:nvPr>
        </p:nvSpPr>
        <p:spPr>
          <a:ln/>
        </p:spPr>
        <p:txBody>
          <a:bodyPr vert="horz" lIns="0" tIns="0" rIns="0" bIns="0" anchor="b" anchorCtr="0">
            <a:noAutofit/>
          </a:bodyPr>
          <a:lstStyle/>
          <a:p>
            <a:pPr lvl="0"/>
            <a:fld id="{A45E5C3E-E0AD-4036-BED3-78A07BD050F3}" type="slidenum">
              <a:t>16</a:t>
            </a:fld>
            <a:endParaRPr lang="en-US"/>
          </a:p>
        </p:txBody>
      </p:sp>
      <p:sp>
        <p:nvSpPr>
          <p:cNvPr id="2" name="Slide Image Placeholder 1">
            <a:extLst>
              <a:ext uri="{FF2B5EF4-FFF2-40B4-BE49-F238E27FC236}">
                <a16:creationId xmlns:a16="http://schemas.microsoft.com/office/drawing/2014/main" id="{51B95498-1FF6-BE82-F28F-062B0452931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87141B1-5274-F3C7-A957-5AE5FE4653FA}"/>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57E5DAD-27B8-AA06-C30C-5DBFFDFE9429}"/>
              </a:ext>
            </a:extLst>
          </p:cNvPr>
          <p:cNvSpPr txBox="1">
            <a:spLocks noGrp="1"/>
          </p:cNvSpPr>
          <p:nvPr>
            <p:ph type="sldNum" sz="quarter" idx="5"/>
          </p:nvPr>
        </p:nvSpPr>
        <p:spPr>
          <a:ln/>
        </p:spPr>
        <p:txBody>
          <a:bodyPr vert="horz" lIns="0" tIns="0" rIns="0" bIns="0" anchor="b" anchorCtr="0">
            <a:noAutofit/>
          </a:bodyPr>
          <a:lstStyle/>
          <a:p>
            <a:pPr lvl="0"/>
            <a:fld id="{8DA4099F-6CBE-4621-80DA-C049B75C20CB}" type="slidenum">
              <a:t>17</a:t>
            </a:fld>
            <a:endParaRPr lang="en-US"/>
          </a:p>
        </p:txBody>
      </p:sp>
      <p:sp>
        <p:nvSpPr>
          <p:cNvPr id="2" name="Slide Image Placeholder 1">
            <a:extLst>
              <a:ext uri="{FF2B5EF4-FFF2-40B4-BE49-F238E27FC236}">
                <a16:creationId xmlns:a16="http://schemas.microsoft.com/office/drawing/2014/main" id="{5089BF0D-6C75-CE07-13BF-C9FEF25996BC}"/>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35AC85A-D609-151D-8575-E07B9974869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C4CB817-4F46-669C-80BB-5EE7D7133C52}"/>
              </a:ext>
            </a:extLst>
          </p:cNvPr>
          <p:cNvSpPr txBox="1">
            <a:spLocks noGrp="1"/>
          </p:cNvSpPr>
          <p:nvPr>
            <p:ph type="sldNum" sz="quarter" idx="5"/>
          </p:nvPr>
        </p:nvSpPr>
        <p:spPr>
          <a:ln/>
        </p:spPr>
        <p:txBody>
          <a:bodyPr vert="horz" lIns="0" tIns="0" rIns="0" bIns="0" anchor="b" anchorCtr="0">
            <a:noAutofit/>
          </a:bodyPr>
          <a:lstStyle/>
          <a:p>
            <a:pPr lvl="0"/>
            <a:fld id="{A3593794-155D-42FF-98F0-E26E1F2EBE09}" type="slidenum">
              <a:t>18</a:t>
            </a:fld>
            <a:endParaRPr lang="en-US"/>
          </a:p>
        </p:txBody>
      </p:sp>
      <p:sp>
        <p:nvSpPr>
          <p:cNvPr id="2" name="Slide Image Placeholder 1">
            <a:extLst>
              <a:ext uri="{FF2B5EF4-FFF2-40B4-BE49-F238E27FC236}">
                <a16:creationId xmlns:a16="http://schemas.microsoft.com/office/drawing/2014/main" id="{3C89CE3E-5904-83F3-6364-CEAB2D4F36E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8074B90-D957-872F-DA7C-2104E71E96CF}"/>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8847196-A06B-8AA9-DBF0-590AD7FD7C08}"/>
              </a:ext>
            </a:extLst>
          </p:cNvPr>
          <p:cNvSpPr txBox="1">
            <a:spLocks noGrp="1"/>
          </p:cNvSpPr>
          <p:nvPr>
            <p:ph type="sldNum" sz="quarter" idx="5"/>
          </p:nvPr>
        </p:nvSpPr>
        <p:spPr>
          <a:ln/>
        </p:spPr>
        <p:txBody>
          <a:bodyPr vert="horz" lIns="0" tIns="0" rIns="0" bIns="0" anchor="b" anchorCtr="0">
            <a:noAutofit/>
          </a:bodyPr>
          <a:lstStyle/>
          <a:p>
            <a:pPr lvl="0"/>
            <a:fld id="{E0A44E3C-079C-45A3-9F25-E4D40C08F193}" type="slidenum">
              <a:t>19</a:t>
            </a:fld>
            <a:endParaRPr lang="en-US"/>
          </a:p>
        </p:txBody>
      </p:sp>
      <p:sp>
        <p:nvSpPr>
          <p:cNvPr id="2" name="Slide Image Placeholder 1">
            <a:extLst>
              <a:ext uri="{FF2B5EF4-FFF2-40B4-BE49-F238E27FC236}">
                <a16:creationId xmlns:a16="http://schemas.microsoft.com/office/drawing/2014/main" id="{049F5680-2D4F-C0D0-03ED-C06EB7589BA9}"/>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E09AF21-78F9-8CF9-1902-8C9A02D1E7D3}"/>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7266429-BBD7-0298-E363-2A60B6785F3C}"/>
              </a:ext>
            </a:extLst>
          </p:cNvPr>
          <p:cNvSpPr txBox="1">
            <a:spLocks noGrp="1"/>
          </p:cNvSpPr>
          <p:nvPr>
            <p:ph type="sldNum" sz="quarter" idx="5"/>
          </p:nvPr>
        </p:nvSpPr>
        <p:spPr>
          <a:ln/>
        </p:spPr>
        <p:txBody>
          <a:bodyPr vert="horz" lIns="0" tIns="0" rIns="0" bIns="0" anchor="b" anchorCtr="0">
            <a:noAutofit/>
          </a:bodyPr>
          <a:lstStyle/>
          <a:p>
            <a:pPr lvl="0"/>
            <a:fld id="{93A8655D-66DD-416A-BB19-9B25966056CE}" type="slidenum">
              <a:t>20</a:t>
            </a:fld>
            <a:endParaRPr lang="en-US"/>
          </a:p>
        </p:txBody>
      </p:sp>
      <p:sp>
        <p:nvSpPr>
          <p:cNvPr id="2" name="Slide Image Placeholder 1">
            <a:extLst>
              <a:ext uri="{FF2B5EF4-FFF2-40B4-BE49-F238E27FC236}">
                <a16:creationId xmlns:a16="http://schemas.microsoft.com/office/drawing/2014/main" id="{CB0957F9-5F73-4102-4F39-EE854022D781}"/>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8D498C3-12F4-5195-4207-54F1B81FF5B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10D4582-0E99-19B7-A740-4EA8C1F8BFC2}"/>
              </a:ext>
            </a:extLst>
          </p:cNvPr>
          <p:cNvSpPr txBox="1">
            <a:spLocks noGrp="1"/>
          </p:cNvSpPr>
          <p:nvPr>
            <p:ph type="sldNum" sz="quarter" idx="5"/>
          </p:nvPr>
        </p:nvSpPr>
        <p:spPr>
          <a:ln/>
        </p:spPr>
        <p:txBody>
          <a:bodyPr vert="horz" lIns="0" tIns="0" rIns="0" bIns="0" anchor="b" anchorCtr="0">
            <a:noAutofit/>
          </a:bodyPr>
          <a:lstStyle/>
          <a:p>
            <a:pPr lvl="0"/>
            <a:fld id="{5E779D63-62F3-4AB8-B138-F502EE8F80BA}" type="slidenum">
              <a:t>21</a:t>
            </a:fld>
            <a:endParaRPr lang="en-US"/>
          </a:p>
        </p:txBody>
      </p:sp>
      <p:sp>
        <p:nvSpPr>
          <p:cNvPr id="2" name="Slide Image Placeholder 1">
            <a:extLst>
              <a:ext uri="{FF2B5EF4-FFF2-40B4-BE49-F238E27FC236}">
                <a16:creationId xmlns:a16="http://schemas.microsoft.com/office/drawing/2014/main" id="{04235565-08EE-2FC3-5291-0FE989B520F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1953403-9608-6D3E-A330-5F6B4C633DB2}"/>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575552E-E553-0424-1791-DEF0293D67D2}"/>
              </a:ext>
            </a:extLst>
          </p:cNvPr>
          <p:cNvSpPr txBox="1">
            <a:spLocks noGrp="1"/>
          </p:cNvSpPr>
          <p:nvPr>
            <p:ph type="sldNum" sz="quarter" idx="5"/>
          </p:nvPr>
        </p:nvSpPr>
        <p:spPr>
          <a:ln/>
        </p:spPr>
        <p:txBody>
          <a:bodyPr vert="horz" lIns="0" tIns="0" rIns="0" bIns="0" anchor="b" anchorCtr="0">
            <a:noAutofit/>
          </a:bodyPr>
          <a:lstStyle/>
          <a:p>
            <a:pPr lvl="0"/>
            <a:fld id="{466B131A-F185-4A16-AEA7-82A3C745B0AF}" type="slidenum">
              <a:t>22</a:t>
            </a:fld>
            <a:endParaRPr lang="en-US"/>
          </a:p>
        </p:txBody>
      </p:sp>
      <p:sp>
        <p:nvSpPr>
          <p:cNvPr id="2" name="Slide Image Placeholder 1">
            <a:extLst>
              <a:ext uri="{FF2B5EF4-FFF2-40B4-BE49-F238E27FC236}">
                <a16:creationId xmlns:a16="http://schemas.microsoft.com/office/drawing/2014/main" id="{3DD44ECF-2B44-279E-4F95-CF1655594AD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69D986B-E89B-DB10-B1C3-8391FA882C5F}"/>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ACF177F-FE6F-06FE-35D6-30F6934B6834}"/>
              </a:ext>
            </a:extLst>
          </p:cNvPr>
          <p:cNvSpPr txBox="1">
            <a:spLocks noGrp="1"/>
          </p:cNvSpPr>
          <p:nvPr>
            <p:ph type="sldNum" sz="quarter" idx="5"/>
          </p:nvPr>
        </p:nvSpPr>
        <p:spPr>
          <a:ln/>
        </p:spPr>
        <p:txBody>
          <a:bodyPr vert="horz" lIns="0" tIns="0" rIns="0" bIns="0" anchor="b" anchorCtr="0">
            <a:noAutofit/>
          </a:bodyPr>
          <a:lstStyle/>
          <a:p>
            <a:pPr lvl="0"/>
            <a:fld id="{2BA4C150-4827-46D8-8AE6-F8D15C9D4B7C}" type="slidenum">
              <a:t>23</a:t>
            </a:fld>
            <a:endParaRPr lang="en-US"/>
          </a:p>
        </p:txBody>
      </p:sp>
      <p:sp>
        <p:nvSpPr>
          <p:cNvPr id="2" name="Slide Image Placeholder 1">
            <a:extLst>
              <a:ext uri="{FF2B5EF4-FFF2-40B4-BE49-F238E27FC236}">
                <a16:creationId xmlns:a16="http://schemas.microsoft.com/office/drawing/2014/main" id="{BE793E3D-8AE5-93DF-2E73-66EC3430ECA1}"/>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CAF84D4-ADDB-61B7-8880-49ADB305A3FC}"/>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0E0B817-D548-9BEE-09E8-6CF63CED2279}"/>
              </a:ext>
            </a:extLst>
          </p:cNvPr>
          <p:cNvSpPr txBox="1">
            <a:spLocks noGrp="1"/>
          </p:cNvSpPr>
          <p:nvPr>
            <p:ph type="sldNum" sz="quarter" idx="5"/>
          </p:nvPr>
        </p:nvSpPr>
        <p:spPr>
          <a:ln/>
        </p:spPr>
        <p:txBody>
          <a:bodyPr vert="horz" lIns="0" tIns="0" rIns="0" bIns="0" anchor="b" anchorCtr="0">
            <a:noAutofit/>
          </a:bodyPr>
          <a:lstStyle/>
          <a:p>
            <a:pPr lvl="0"/>
            <a:fld id="{E1F94E4C-08B4-4D83-A876-8C01A3BCE12E}" type="slidenum">
              <a:t>24</a:t>
            </a:fld>
            <a:endParaRPr lang="en-US"/>
          </a:p>
        </p:txBody>
      </p:sp>
      <p:sp>
        <p:nvSpPr>
          <p:cNvPr id="2" name="Slide Image Placeholder 1">
            <a:extLst>
              <a:ext uri="{FF2B5EF4-FFF2-40B4-BE49-F238E27FC236}">
                <a16:creationId xmlns:a16="http://schemas.microsoft.com/office/drawing/2014/main" id="{190E09C4-89C6-C2C1-2086-1BF289968E94}"/>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C124D67-02C3-9330-ECCD-46CCE0643734}"/>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57C4E87-4E0D-7175-0823-7DB99F13EC13}"/>
              </a:ext>
            </a:extLst>
          </p:cNvPr>
          <p:cNvSpPr txBox="1">
            <a:spLocks noGrp="1"/>
          </p:cNvSpPr>
          <p:nvPr>
            <p:ph type="sldNum" sz="quarter" idx="5"/>
          </p:nvPr>
        </p:nvSpPr>
        <p:spPr>
          <a:ln/>
        </p:spPr>
        <p:txBody>
          <a:bodyPr vert="horz" lIns="0" tIns="0" rIns="0" bIns="0" anchor="b" anchorCtr="0">
            <a:noAutofit/>
          </a:bodyPr>
          <a:lstStyle/>
          <a:p>
            <a:pPr lvl="0"/>
            <a:fld id="{42B90539-F956-4F9F-9E34-069B5750ECBD}" type="slidenum">
              <a:t>25</a:t>
            </a:fld>
            <a:endParaRPr lang="en-US"/>
          </a:p>
        </p:txBody>
      </p:sp>
      <p:sp>
        <p:nvSpPr>
          <p:cNvPr id="2" name="Slide Image Placeholder 1">
            <a:extLst>
              <a:ext uri="{FF2B5EF4-FFF2-40B4-BE49-F238E27FC236}">
                <a16:creationId xmlns:a16="http://schemas.microsoft.com/office/drawing/2014/main" id="{449B4587-0B45-7F29-6322-009E96C63FCC}"/>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4DAFE6C-DDEC-942D-C6C8-ED851D857EF4}"/>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3DF5B67-0F09-7689-06B1-8D759044377B}"/>
              </a:ext>
            </a:extLst>
          </p:cNvPr>
          <p:cNvSpPr txBox="1">
            <a:spLocks noGrp="1"/>
          </p:cNvSpPr>
          <p:nvPr>
            <p:ph type="sldNum" sz="quarter" idx="5"/>
          </p:nvPr>
        </p:nvSpPr>
        <p:spPr>
          <a:ln/>
        </p:spPr>
        <p:txBody>
          <a:bodyPr vert="horz" lIns="0" tIns="0" rIns="0" bIns="0" anchor="b" anchorCtr="0">
            <a:noAutofit/>
          </a:bodyPr>
          <a:lstStyle/>
          <a:p>
            <a:pPr lvl="0"/>
            <a:fld id="{857C8C5B-8CDE-4A0E-AEB6-8CEA44C84053}" type="slidenum">
              <a:t>26</a:t>
            </a:fld>
            <a:endParaRPr lang="en-US"/>
          </a:p>
        </p:txBody>
      </p:sp>
      <p:sp>
        <p:nvSpPr>
          <p:cNvPr id="2" name="Slide Image Placeholder 1">
            <a:extLst>
              <a:ext uri="{FF2B5EF4-FFF2-40B4-BE49-F238E27FC236}">
                <a16:creationId xmlns:a16="http://schemas.microsoft.com/office/drawing/2014/main" id="{4C277DD8-53B8-5E43-CDF7-EBEE54C486A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4F6BD2C-98E6-8213-C912-AA4A70960670}"/>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1E018B4-36C1-48A7-C3BD-C3728AE87715}"/>
              </a:ext>
            </a:extLst>
          </p:cNvPr>
          <p:cNvSpPr txBox="1">
            <a:spLocks noGrp="1"/>
          </p:cNvSpPr>
          <p:nvPr>
            <p:ph type="sldNum" sz="quarter" idx="5"/>
          </p:nvPr>
        </p:nvSpPr>
        <p:spPr>
          <a:ln/>
        </p:spPr>
        <p:txBody>
          <a:bodyPr vert="horz" lIns="0" tIns="0" rIns="0" bIns="0" anchor="b" anchorCtr="0">
            <a:noAutofit/>
          </a:bodyPr>
          <a:lstStyle/>
          <a:p>
            <a:pPr lvl="0"/>
            <a:fld id="{B7F7AB03-759B-4656-BA73-0E16987583DD}" type="slidenum">
              <a:t>27</a:t>
            </a:fld>
            <a:endParaRPr lang="en-US"/>
          </a:p>
        </p:txBody>
      </p:sp>
      <p:sp>
        <p:nvSpPr>
          <p:cNvPr id="2" name="Slide Image Placeholder 1">
            <a:extLst>
              <a:ext uri="{FF2B5EF4-FFF2-40B4-BE49-F238E27FC236}">
                <a16:creationId xmlns:a16="http://schemas.microsoft.com/office/drawing/2014/main" id="{73EAAC46-99E2-BA86-F1CB-ECCD1E3F5B2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037E026-4046-E133-B177-1AB0C234A721}"/>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A19B150-EB7C-497A-F1EE-4B8C90234326}"/>
              </a:ext>
            </a:extLst>
          </p:cNvPr>
          <p:cNvSpPr txBox="1">
            <a:spLocks noGrp="1"/>
          </p:cNvSpPr>
          <p:nvPr>
            <p:ph type="sldNum" sz="quarter" idx="5"/>
          </p:nvPr>
        </p:nvSpPr>
        <p:spPr>
          <a:ln/>
        </p:spPr>
        <p:txBody>
          <a:bodyPr vert="horz" lIns="0" tIns="0" rIns="0" bIns="0" anchor="b" anchorCtr="0">
            <a:noAutofit/>
          </a:bodyPr>
          <a:lstStyle/>
          <a:p>
            <a:pPr lvl="0"/>
            <a:fld id="{ECFC3453-B8D4-44DB-BFFC-441E58226622}" type="slidenum">
              <a:t>28</a:t>
            </a:fld>
            <a:endParaRPr lang="en-US"/>
          </a:p>
        </p:txBody>
      </p:sp>
      <p:sp>
        <p:nvSpPr>
          <p:cNvPr id="2" name="Slide Image Placeholder 1">
            <a:extLst>
              <a:ext uri="{FF2B5EF4-FFF2-40B4-BE49-F238E27FC236}">
                <a16:creationId xmlns:a16="http://schemas.microsoft.com/office/drawing/2014/main" id="{A9582EBF-F10B-B07D-6C37-1C865CD73DBC}"/>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3903F10-F114-0904-8795-7DEE38D6601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2F4F7F8-FEE2-BE06-8288-67BB2BF46AB2}"/>
              </a:ext>
            </a:extLst>
          </p:cNvPr>
          <p:cNvSpPr txBox="1">
            <a:spLocks noGrp="1"/>
          </p:cNvSpPr>
          <p:nvPr>
            <p:ph type="sldNum" sz="quarter" idx="5"/>
          </p:nvPr>
        </p:nvSpPr>
        <p:spPr>
          <a:ln/>
        </p:spPr>
        <p:txBody>
          <a:bodyPr vert="horz" lIns="0" tIns="0" rIns="0" bIns="0" anchor="b" anchorCtr="0">
            <a:noAutofit/>
          </a:bodyPr>
          <a:lstStyle/>
          <a:p>
            <a:pPr lvl="0"/>
            <a:fld id="{CC038984-B8FF-40E4-A474-833FBEE63B9F}" type="slidenum">
              <a:t>29</a:t>
            </a:fld>
            <a:endParaRPr lang="en-US"/>
          </a:p>
        </p:txBody>
      </p:sp>
      <p:sp>
        <p:nvSpPr>
          <p:cNvPr id="2" name="Slide Image Placeholder 1">
            <a:extLst>
              <a:ext uri="{FF2B5EF4-FFF2-40B4-BE49-F238E27FC236}">
                <a16:creationId xmlns:a16="http://schemas.microsoft.com/office/drawing/2014/main" id="{49DAFC32-BE82-6BE3-AA58-7A2AB5D143A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B113792-FDBA-A5E1-945C-BF51C127A101}"/>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79FB85-1BAA-3CEE-2FA9-815E04C1A607}"/>
              </a:ext>
            </a:extLst>
          </p:cNvPr>
          <p:cNvSpPr txBox="1">
            <a:spLocks noGrp="1"/>
          </p:cNvSpPr>
          <p:nvPr>
            <p:ph type="sldNum" sz="quarter" idx="5"/>
          </p:nvPr>
        </p:nvSpPr>
        <p:spPr>
          <a:ln/>
        </p:spPr>
        <p:txBody>
          <a:bodyPr vert="horz" lIns="0" tIns="0" rIns="0" bIns="0" anchor="b" anchorCtr="0">
            <a:noAutofit/>
          </a:bodyPr>
          <a:lstStyle/>
          <a:p>
            <a:pPr lvl="0"/>
            <a:fld id="{DA1E2495-98F8-4133-81E4-D6859107A21C}" type="slidenum">
              <a:t>30</a:t>
            </a:fld>
            <a:endParaRPr lang="en-US"/>
          </a:p>
        </p:txBody>
      </p:sp>
      <p:sp>
        <p:nvSpPr>
          <p:cNvPr id="2" name="Slide Image Placeholder 1">
            <a:extLst>
              <a:ext uri="{FF2B5EF4-FFF2-40B4-BE49-F238E27FC236}">
                <a16:creationId xmlns:a16="http://schemas.microsoft.com/office/drawing/2014/main" id="{7FF2B6F2-121E-5B4C-0524-40D964C342C4}"/>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7488655-DCF8-251C-3DB1-57E3D9D0C6AC}"/>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E0A4949-4A90-AE08-C567-EDE038B861B2}"/>
              </a:ext>
            </a:extLst>
          </p:cNvPr>
          <p:cNvSpPr txBox="1">
            <a:spLocks noGrp="1"/>
          </p:cNvSpPr>
          <p:nvPr>
            <p:ph type="sldNum" sz="quarter" idx="5"/>
          </p:nvPr>
        </p:nvSpPr>
        <p:spPr>
          <a:ln/>
        </p:spPr>
        <p:txBody>
          <a:bodyPr vert="horz" lIns="0" tIns="0" rIns="0" bIns="0" anchor="b" anchorCtr="0">
            <a:noAutofit/>
          </a:bodyPr>
          <a:lstStyle/>
          <a:p>
            <a:pPr lvl="0"/>
            <a:fld id="{87623D93-F704-469C-B097-27E5A785239B}" type="slidenum">
              <a:t>31</a:t>
            </a:fld>
            <a:endParaRPr lang="en-US"/>
          </a:p>
        </p:txBody>
      </p:sp>
      <p:sp>
        <p:nvSpPr>
          <p:cNvPr id="2" name="Slide Image Placeholder 1">
            <a:extLst>
              <a:ext uri="{FF2B5EF4-FFF2-40B4-BE49-F238E27FC236}">
                <a16:creationId xmlns:a16="http://schemas.microsoft.com/office/drawing/2014/main" id="{FE7DAEE2-7728-FDEF-7951-A8EE60D18EA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0252FB0-860E-E08C-BDC2-A286B00E03A8}"/>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B69DAF8-6D88-9B07-4BE0-35E498523C09}"/>
              </a:ext>
            </a:extLst>
          </p:cNvPr>
          <p:cNvSpPr txBox="1">
            <a:spLocks noGrp="1"/>
          </p:cNvSpPr>
          <p:nvPr>
            <p:ph type="sldNum" sz="quarter" idx="5"/>
          </p:nvPr>
        </p:nvSpPr>
        <p:spPr>
          <a:ln/>
        </p:spPr>
        <p:txBody>
          <a:bodyPr vert="horz" lIns="0" tIns="0" rIns="0" bIns="0" anchor="b" anchorCtr="0">
            <a:noAutofit/>
          </a:bodyPr>
          <a:lstStyle/>
          <a:p>
            <a:pPr lvl="0"/>
            <a:fld id="{4D0205D8-EF6F-4340-9400-D9CD6510A2AA}" type="slidenum">
              <a:t>32</a:t>
            </a:fld>
            <a:endParaRPr lang="en-US"/>
          </a:p>
        </p:txBody>
      </p:sp>
      <p:sp>
        <p:nvSpPr>
          <p:cNvPr id="2" name="Slide Image Placeholder 1">
            <a:extLst>
              <a:ext uri="{FF2B5EF4-FFF2-40B4-BE49-F238E27FC236}">
                <a16:creationId xmlns:a16="http://schemas.microsoft.com/office/drawing/2014/main" id="{F414D523-C3F6-96C6-4A14-73EDD4981635}"/>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EC45634-88B5-6A35-E1E6-4349EFEDE3EB}"/>
              </a:ext>
            </a:extLst>
          </p:cNvPr>
          <p:cNvSpPr txBox="1">
            <a:spLocks noGrp="1"/>
          </p:cNvSpPr>
          <p:nvPr>
            <p:ph type="body" sz="quarter" idx="1"/>
          </p:nvPr>
        </p:nvSpPr>
        <p:spPr/>
        <p:txBody>
          <a:bodyPr vert="horz"/>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F6C4B-E358-57F9-2764-74DE00B8D74E}"/>
              </a:ext>
            </a:extLst>
          </p:cNvPr>
          <p:cNvSpPr>
            <a:spLocks noGrp="1"/>
          </p:cNvSpPr>
          <p:nvPr>
            <p:ph type="ctrTitle"/>
          </p:nvPr>
        </p:nvSpPr>
        <p:spPr>
          <a:xfrm>
            <a:off x="1260475" y="927100"/>
            <a:ext cx="7558088" cy="197485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0DF548-B430-9DB2-FA40-6FFC22DB4EF5}"/>
              </a:ext>
            </a:extLst>
          </p:cNvPr>
          <p:cNvSpPr>
            <a:spLocks noGrp="1"/>
          </p:cNvSpPr>
          <p:nvPr>
            <p:ph type="subTitle" idx="1"/>
          </p:nvPr>
        </p:nvSpPr>
        <p:spPr>
          <a:xfrm>
            <a:off x="1260475" y="2978150"/>
            <a:ext cx="7558088" cy="1368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BAE4C5-C9F9-AA50-5AE9-7BFFBB2F17CA}"/>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9349B014-F778-22E3-2AF9-B9EB66DABFD5}"/>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C26B26B0-4990-7811-D3DC-92BCADF04713}"/>
              </a:ext>
            </a:extLst>
          </p:cNvPr>
          <p:cNvSpPr>
            <a:spLocks noGrp="1"/>
          </p:cNvSpPr>
          <p:nvPr>
            <p:ph type="sldNum" sz="quarter" idx="12"/>
          </p:nvPr>
        </p:nvSpPr>
        <p:spPr/>
        <p:txBody>
          <a:bodyPr/>
          <a:lstStyle/>
          <a:p>
            <a:pPr lvl="0"/>
            <a:fld id="{82DE6A24-7831-4148-8D4A-D87EACF431C6}" type="slidenum">
              <a:t>‹#›</a:t>
            </a:fld>
            <a:endParaRPr lang="en-US"/>
          </a:p>
        </p:txBody>
      </p:sp>
    </p:spTree>
    <p:extLst>
      <p:ext uri="{BB962C8B-B14F-4D97-AF65-F5344CB8AC3E}">
        <p14:creationId xmlns:p14="http://schemas.microsoft.com/office/powerpoint/2010/main" val="1433270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1D86-A941-BF1D-E4A9-694F665A04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AD29F1-4966-7B03-22DC-6F0DBEBC61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C1205-2A80-AA47-C645-F3A1606CE413}"/>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D30C70C2-E40F-B60B-85EF-DB116B05D4BC}"/>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BDB16F6C-CD8B-E4C8-8E1D-AFA859DF880A}"/>
              </a:ext>
            </a:extLst>
          </p:cNvPr>
          <p:cNvSpPr>
            <a:spLocks noGrp="1"/>
          </p:cNvSpPr>
          <p:nvPr>
            <p:ph type="sldNum" sz="quarter" idx="12"/>
          </p:nvPr>
        </p:nvSpPr>
        <p:spPr/>
        <p:txBody>
          <a:bodyPr/>
          <a:lstStyle/>
          <a:p>
            <a:pPr lvl="0"/>
            <a:fld id="{FAA40B9B-F921-4031-9029-76BA55ED4500}" type="slidenum">
              <a:t>‹#›</a:t>
            </a:fld>
            <a:endParaRPr lang="en-US"/>
          </a:p>
        </p:txBody>
      </p:sp>
    </p:spTree>
    <p:extLst>
      <p:ext uri="{BB962C8B-B14F-4D97-AF65-F5344CB8AC3E}">
        <p14:creationId xmlns:p14="http://schemas.microsoft.com/office/powerpoint/2010/main" val="1539346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5426-B45A-1653-FACC-5288BCB054F9}"/>
              </a:ext>
            </a:extLst>
          </p:cNvPr>
          <p:cNvSpPr>
            <a:spLocks noGrp="1"/>
          </p:cNvSpPr>
          <p:nvPr>
            <p:ph type="title"/>
          </p:nvPr>
        </p:nvSpPr>
        <p:spPr>
          <a:xfrm>
            <a:off x="687388" y="1412875"/>
            <a:ext cx="8691562" cy="235902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546C41-578E-EEF2-6BBF-91F44C378F8F}"/>
              </a:ext>
            </a:extLst>
          </p:cNvPr>
          <p:cNvSpPr>
            <a:spLocks noGrp="1"/>
          </p:cNvSpPr>
          <p:nvPr>
            <p:ph type="body" idx="1"/>
          </p:nvPr>
        </p:nvSpPr>
        <p:spPr>
          <a:xfrm>
            <a:off x="687388" y="3794125"/>
            <a:ext cx="8691562" cy="12398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46187-14B8-D383-AFD9-DD3799122334}"/>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9A3700C2-C1CB-CB03-E4EE-717DEBA0CF34}"/>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1AB03150-BD1E-1716-F1D4-27BE84139528}"/>
              </a:ext>
            </a:extLst>
          </p:cNvPr>
          <p:cNvSpPr>
            <a:spLocks noGrp="1"/>
          </p:cNvSpPr>
          <p:nvPr>
            <p:ph type="sldNum" sz="quarter" idx="12"/>
          </p:nvPr>
        </p:nvSpPr>
        <p:spPr/>
        <p:txBody>
          <a:bodyPr/>
          <a:lstStyle/>
          <a:p>
            <a:pPr lvl="0"/>
            <a:fld id="{C6011257-6CC4-4EF4-A3DD-C507ADE6B7BA}" type="slidenum">
              <a:t>‹#›</a:t>
            </a:fld>
            <a:endParaRPr lang="en-US"/>
          </a:p>
        </p:txBody>
      </p:sp>
    </p:spTree>
    <p:extLst>
      <p:ext uri="{BB962C8B-B14F-4D97-AF65-F5344CB8AC3E}">
        <p14:creationId xmlns:p14="http://schemas.microsoft.com/office/powerpoint/2010/main" val="944715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4901-7B9D-231A-4A1C-0D2EE774C5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0FA9C-CF1B-212F-CAFB-6A0601FA3FBB}"/>
              </a:ext>
            </a:extLst>
          </p:cNvPr>
          <p:cNvSpPr>
            <a:spLocks noGrp="1"/>
          </p:cNvSpPr>
          <p:nvPr>
            <p:ph sz="half" idx="1"/>
          </p:nvPr>
        </p:nvSpPr>
        <p:spPr>
          <a:xfrm>
            <a:off x="276225" y="914400"/>
            <a:ext cx="4765675" cy="4446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6AFAF-E808-D7D9-A084-38FA94EBAF93}"/>
              </a:ext>
            </a:extLst>
          </p:cNvPr>
          <p:cNvSpPr>
            <a:spLocks noGrp="1"/>
          </p:cNvSpPr>
          <p:nvPr>
            <p:ph sz="half" idx="2"/>
          </p:nvPr>
        </p:nvSpPr>
        <p:spPr>
          <a:xfrm>
            <a:off x="5194300" y="914400"/>
            <a:ext cx="4767263" cy="4446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38E56D-2FC9-B38E-1419-B856D51855DB}"/>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29ECC276-B977-17CA-B1D9-3DB90214CA38}"/>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26E25C91-3FAC-DCED-D638-2A47730F31B2}"/>
              </a:ext>
            </a:extLst>
          </p:cNvPr>
          <p:cNvSpPr>
            <a:spLocks noGrp="1"/>
          </p:cNvSpPr>
          <p:nvPr>
            <p:ph type="sldNum" sz="quarter" idx="12"/>
          </p:nvPr>
        </p:nvSpPr>
        <p:spPr/>
        <p:txBody>
          <a:bodyPr/>
          <a:lstStyle/>
          <a:p>
            <a:pPr lvl="0"/>
            <a:fld id="{58DA1141-9B24-4ABE-957E-334C7CF24C67}" type="slidenum">
              <a:t>‹#›</a:t>
            </a:fld>
            <a:endParaRPr lang="en-US"/>
          </a:p>
        </p:txBody>
      </p:sp>
    </p:spTree>
    <p:extLst>
      <p:ext uri="{BB962C8B-B14F-4D97-AF65-F5344CB8AC3E}">
        <p14:creationId xmlns:p14="http://schemas.microsoft.com/office/powerpoint/2010/main" val="1712642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0B49-2710-52BC-7924-3BA015359C73}"/>
              </a:ext>
            </a:extLst>
          </p:cNvPr>
          <p:cNvSpPr>
            <a:spLocks noGrp="1"/>
          </p:cNvSpPr>
          <p:nvPr>
            <p:ph type="title"/>
          </p:nvPr>
        </p:nvSpPr>
        <p:spPr>
          <a:xfrm>
            <a:off x="693738" y="301625"/>
            <a:ext cx="8691562" cy="10953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ACCE9B-86D3-6DC2-D7C9-1BA34E6B1A08}"/>
              </a:ext>
            </a:extLst>
          </p:cNvPr>
          <p:cNvSpPr>
            <a:spLocks noGrp="1"/>
          </p:cNvSpPr>
          <p:nvPr>
            <p:ph type="body" idx="1"/>
          </p:nvPr>
        </p:nvSpPr>
        <p:spPr>
          <a:xfrm>
            <a:off x="693738" y="1389063"/>
            <a:ext cx="4264025" cy="681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D0DA2-225C-5F2C-2BF5-1E9B4FA0250D}"/>
              </a:ext>
            </a:extLst>
          </p:cNvPr>
          <p:cNvSpPr>
            <a:spLocks noGrp="1"/>
          </p:cNvSpPr>
          <p:nvPr>
            <p:ph sz="half" idx="2"/>
          </p:nvPr>
        </p:nvSpPr>
        <p:spPr>
          <a:xfrm>
            <a:off x="693738" y="2070100"/>
            <a:ext cx="4264025" cy="3046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134462-6ECB-D520-AA79-5F66E69BC125}"/>
              </a:ext>
            </a:extLst>
          </p:cNvPr>
          <p:cNvSpPr>
            <a:spLocks noGrp="1"/>
          </p:cNvSpPr>
          <p:nvPr>
            <p:ph type="body" sz="quarter" idx="3"/>
          </p:nvPr>
        </p:nvSpPr>
        <p:spPr>
          <a:xfrm>
            <a:off x="5102225" y="1389063"/>
            <a:ext cx="4283075" cy="681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5ADE83-B383-1300-E820-5976E143A20F}"/>
              </a:ext>
            </a:extLst>
          </p:cNvPr>
          <p:cNvSpPr>
            <a:spLocks noGrp="1"/>
          </p:cNvSpPr>
          <p:nvPr>
            <p:ph sz="quarter" idx="4"/>
          </p:nvPr>
        </p:nvSpPr>
        <p:spPr>
          <a:xfrm>
            <a:off x="5102225" y="2070100"/>
            <a:ext cx="4283075" cy="3046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4F922F-3747-144F-C384-D6EE36ED03BF}"/>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97AEF66B-B4A7-AC93-AEE5-ACA61F6C492E}"/>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F7250C0F-E7C6-6692-16FB-BA39B7CE7ECC}"/>
              </a:ext>
            </a:extLst>
          </p:cNvPr>
          <p:cNvSpPr>
            <a:spLocks noGrp="1"/>
          </p:cNvSpPr>
          <p:nvPr>
            <p:ph type="sldNum" sz="quarter" idx="12"/>
          </p:nvPr>
        </p:nvSpPr>
        <p:spPr/>
        <p:txBody>
          <a:bodyPr/>
          <a:lstStyle/>
          <a:p>
            <a:pPr lvl="0"/>
            <a:fld id="{542266C1-EE09-4ABF-BEEC-F34BA244ADB4}" type="slidenum">
              <a:t>‹#›</a:t>
            </a:fld>
            <a:endParaRPr lang="en-US"/>
          </a:p>
        </p:txBody>
      </p:sp>
    </p:spTree>
    <p:extLst>
      <p:ext uri="{BB962C8B-B14F-4D97-AF65-F5344CB8AC3E}">
        <p14:creationId xmlns:p14="http://schemas.microsoft.com/office/powerpoint/2010/main" val="77277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B465-7F40-4EB2-B307-23EB88632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7E95D3-AD0A-C3A2-49E3-F0739212DC5C}"/>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D4A81C07-62E8-B19B-78DE-917080DDFD10}"/>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A38139FD-E666-14F0-2971-6DAA10A126B2}"/>
              </a:ext>
            </a:extLst>
          </p:cNvPr>
          <p:cNvSpPr>
            <a:spLocks noGrp="1"/>
          </p:cNvSpPr>
          <p:nvPr>
            <p:ph type="sldNum" sz="quarter" idx="12"/>
          </p:nvPr>
        </p:nvSpPr>
        <p:spPr/>
        <p:txBody>
          <a:bodyPr/>
          <a:lstStyle/>
          <a:p>
            <a:pPr lvl="0"/>
            <a:fld id="{35F87940-EFDB-4F30-B724-DAF2D77CC8FF}" type="slidenum">
              <a:t>‹#›</a:t>
            </a:fld>
            <a:endParaRPr lang="en-US"/>
          </a:p>
        </p:txBody>
      </p:sp>
    </p:spTree>
    <p:extLst>
      <p:ext uri="{BB962C8B-B14F-4D97-AF65-F5344CB8AC3E}">
        <p14:creationId xmlns:p14="http://schemas.microsoft.com/office/powerpoint/2010/main" val="2687451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187B84-9954-FABF-CADB-865BA92E7BF4}"/>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B61FB945-17AB-E889-3D29-0BF37D09FAE8}"/>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D5EEA2EF-E8AD-C31A-83C3-C8657FA48684}"/>
              </a:ext>
            </a:extLst>
          </p:cNvPr>
          <p:cNvSpPr>
            <a:spLocks noGrp="1"/>
          </p:cNvSpPr>
          <p:nvPr>
            <p:ph type="sldNum" sz="quarter" idx="12"/>
          </p:nvPr>
        </p:nvSpPr>
        <p:spPr/>
        <p:txBody>
          <a:bodyPr/>
          <a:lstStyle/>
          <a:p>
            <a:pPr lvl="0"/>
            <a:fld id="{2214EC59-FCCB-48A2-9B90-AC975B3E7544}" type="slidenum">
              <a:t>‹#›</a:t>
            </a:fld>
            <a:endParaRPr lang="en-US"/>
          </a:p>
        </p:txBody>
      </p:sp>
    </p:spTree>
    <p:extLst>
      <p:ext uri="{BB962C8B-B14F-4D97-AF65-F5344CB8AC3E}">
        <p14:creationId xmlns:p14="http://schemas.microsoft.com/office/powerpoint/2010/main" val="29563376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F0BDF-9AE2-3B24-337A-090FEAF9E4F0}"/>
              </a:ext>
            </a:extLst>
          </p:cNvPr>
          <p:cNvSpPr>
            <a:spLocks noGrp="1"/>
          </p:cNvSpPr>
          <p:nvPr>
            <p:ph type="title"/>
          </p:nvPr>
        </p:nvSpPr>
        <p:spPr>
          <a:xfrm>
            <a:off x="693738" y="377825"/>
            <a:ext cx="3251200" cy="1322388"/>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F29254-FE4E-88AC-CA9D-F228C307B402}"/>
              </a:ext>
            </a:extLst>
          </p:cNvPr>
          <p:cNvSpPr>
            <a:spLocks noGrp="1"/>
          </p:cNvSpPr>
          <p:nvPr>
            <p:ph idx="1"/>
          </p:nvPr>
        </p:nvSpPr>
        <p:spPr>
          <a:xfrm>
            <a:off x="4284663" y="815975"/>
            <a:ext cx="5100637" cy="40290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28D541-15DC-AB97-91B1-332787696CF0}"/>
              </a:ext>
            </a:extLst>
          </p:cNvPr>
          <p:cNvSpPr>
            <a:spLocks noGrp="1"/>
          </p:cNvSpPr>
          <p:nvPr>
            <p:ph type="body" sz="half" idx="2"/>
          </p:nvPr>
        </p:nvSpPr>
        <p:spPr>
          <a:xfrm>
            <a:off x="693738" y="1700213"/>
            <a:ext cx="3251200" cy="31511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94997B-E4BF-2629-CB36-364D6F384C48}"/>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1351AC67-9492-000B-68E7-99268CE38CF2}"/>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CC5A584C-16D3-07F8-11F8-4CE6B414CF83}"/>
              </a:ext>
            </a:extLst>
          </p:cNvPr>
          <p:cNvSpPr>
            <a:spLocks noGrp="1"/>
          </p:cNvSpPr>
          <p:nvPr>
            <p:ph type="sldNum" sz="quarter" idx="12"/>
          </p:nvPr>
        </p:nvSpPr>
        <p:spPr/>
        <p:txBody>
          <a:bodyPr/>
          <a:lstStyle/>
          <a:p>
            <a:pPr lvl="0"/>
            <a:fld id="{E4F62F81-19FA-4698-BD15-8AE213DFC41A}" type="slidenum">
              <a:t>‹#›</a:t>
            </a:fld>
            <a:endParaRPr lang="en-US"/>
          </a:p>
        </p:txBody>
      </p:sp>
    </p:spTree>
    <p:extLst>
      <p:ext uri="{BB962C8B-B14F-4D97-AF65-F5344CB8AC3E}">
        <p14:creationId xmlns:p14="http://schemas.microsoft.com/office/powerpoint/2010/main" val="66465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131D7-62EB-D1F2-BA1C-6E8A2507C32E}"/>
              </a:ext>
            </a:extLst>
          </p:cNvPr>
          <p:cNvSpPr>
            <a:spLocks noGrp="1"/>
          </p:cNvSpPr>
          <p:nvPr>
            <p:ph type="title"/>
          </p:nvPr>
        </p:nvSpPr>
        <p:spPr>
          <a:xfrm>
            <a:off x="693738" y="377825"/>
            <a:ext cx="3251200" cy="1322388"/>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9930FD-42D7-C443-8773-576B8C983C12}"/>
              </a:ext>
            </a:extLst>
          </p:cNvPr>
          <p:cNvSpPr>
            <a:spLocks noGrp="1"/>
          </p:cNvSpPr>
          <p:nvPr>
            <p:ph type="pic" idx="1"/>
          </p:nvPr>
        </p:nvSpPr>
        <p:spPr>
          <a:xfrm>
            <a:off x="4284663" y="815975"/>
            <a:ext cx="5100637" cy="4029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1C1356-2AD4-E962-6BE7-65347DA1BC6F}"/>
              </a:ext>
            </a:extLst>
          </p:cNvPr>
          <p:cNvSpPr>
            <a:spLocks noGrp="1"/>
          </p:cNvSpPr>
          <p:nvPr>
            <p:ph type="body" sz="half" idx="2"/>
          </p:nvPr>
        </p:nvSpPr>
        <p:spPr>
          <a:xfrm>
            <a:off x="693738" y="1700213"/>
            <a:ext cx="3251200" cy="31511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379217-9A8F-F11D-B602-48ABCB1B62F5}"/>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9EE32975-6D93-83B3-77B9-0EAFD81EFA7C}"/>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1A5F8BA6-757C-F62D-BA1C-2B7F9CFB663E}"/>
              </a:ext>
            </a:extLst>
          </p:cNvPr>
          <p:cNvSpPr>
            <a:spLocks noGrp="1"/>
          </p:cNvSpPr>
          <p:nvPr>
            <p:ph type="sldNum" sz="quarter" idx="12"/>
          </p:nvPr>
        </p:nvSpPr>
        <p:spPr/>
        <p:txBody>
          <a:bodyPr/>
          <a:lstStyle/>
          <a:p>
            <a:pPr lvl="0"/>
            <a:fld id="{11B6BBBE-D117-4E1E-A6E3-70D1F24F0233}" type="slidenum">
              <a:t>‹#›</a:t>
            </a:fld>
            <a:endParaRPr lang="en-US"/>
          </a:p>
        </p:txBody>
      </p:sp>
    </p:spTree>
    <p:extLst>
      <p:ext uri="{BB962C8B-B14F-4D97-AF65-F5344CB8AC3E}">
        <p14:creationId xmlns:p14="http://schemas.microsoft.com/office/powerpoint/2010/main" val="2307291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236DE-05B6-8366-D87D-563A9558D8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AE0531-8263-878A-AB1B-E6F984D283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88B68C-666F-9847-151A-8B8E2E19E14C}"/>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630929C0-7FEE-0924-4B3F-C244FCA9C219}"/>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62D51D68-8FDA-D67B-5A3F-8AAB0DDB12AA}"/>
              </a:ext>
            </a:extLst>
          </p:cNvPr>
          <p:cNvSpPr>
            <a:spLocks noGrp="1"/>
          </p:cNvSpPr>
          <p:nvPr>
            <p:ph type="sldNum" sz="quarter" idx="12"/>
          </p:nvPr>
        </p:nvSpPr>
        <p:spPr/>
        <p:txBody>
          <a:bodyPr/>
          <a:lstStyle/>
          <a:p>
            <a:pPr lvl="0"/>
            <a:fld id="{E6493CD3-BD6E-46C1-B12A-368270BA13EB}" type="slidenum">
              <a:t>‹#›</a:t>
            </a:fld>
            <a:endParaRPr lang="en-US"/>
          </a:p>
        </p:txBody>
      </p:sp>
    </p:spTree>
    <p:extLst>
      <p:ext uri="{BB962C8B-B14F-4D97-AF65-F5344CB8AC3E}">
        <p14:creationId xmlns:p14="http://schemas.microsoft.com/office/powerpoint/2010/main" val="864705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6775F-8FAC-2A83-C448-D3ED44EC1C3C}"/>
              </a:ext>
            </a:extLst>
          </p:cNvPr>
          <p:cNvSpPr>
            <a:spLocks noGrp="1"/>
          </p:cNvSpPr>
          <p:nvPr>
            <p:ph type="title" orient="vert"/>
          </p:nvPr>
        </p:nvSpPr>
        <p:spPr>
          <a:xfrm>
            <a:off x="7600950" y="80963"/>
            <a:ext cx="2439988" cy="5280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2841F7-3D0F-D595-CF52-61776444A12A}"/>
              </a:ext>
            </a:extLst>
          </p:cNvPr>
          <p:cNvSpPr>
            <a:spLocks noGrp="1"/>
          </p:cNvSpPr>
          <p:nvPr>
            <p:ph type="body" orient="vert" idx="1"/>
          </p:nvPr>
        </p:nvSpPr>
        <p:spPr>
          <a:xfrm>
            <a:off x="276225" y="80963"/>
            <a:ext cx="7172325" cy="5280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2CE1D-5D06-20F7-9414-FFF75B438092}"/>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521B41CA-6585-15BA-B4F1-F1A2DDBBF0E9}"/>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F65C84A6-CF19-E888-2B08-1FC01F4D5A63}"/>
              </a:ext>
            </a:extLst>
          </p:cNvPr>
          <p:cNvSpPr>
            <a:spLocks noGrp="1"/>
          </p:cNvSpPr>
          <p:nvPr>
            <p:ph type="sldNum" sz="quarter" idx="12"/>
          </p:nvPr>
        </p:nvSpPr>
        <p:spPr/>
        <p:txBody>
          <a:bodyPr/>
          <a:lstStyle/>
          <a:p>
            <a:pPr lvl="0"/>
            <a:fld id="{18B133D5-9BED-4287-B1FB-167EA7BE4C3A}" type="slidenum">
              <a:t>‹#›</a:t>
            </a:fld>
            <a:endParaRPr lang="en-US"/>
          </a:p>
        </p:txBody>
      </p:sp>
    </p:spTree>
    <p:extLst>
      <p:ext uri="{BB962C8B-B14F-4D97-AF65-F5344CB8AC3E}">
        <p14:creationId xmlns:p14="http://schemas.microsoft.com/office/powerpoint/2010/main" val="2321436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6B7B87-164C-5709-73E3-5E524FB4F801}"/>
              </a:ext>
            </a:extLst>
          </p:cNvPr>
          <p:cNvSpPr txBox="1">
            <a:spLocks noGrp="1"/>
          </p:cNvSpPr>
          <p:nvPr>
            <p:ph type="title"/>
          </p:nvPr>
        </p:nvSpPr>
        <p:spPr>
          <a:xfrm>
            <a:off x="365399" y="81720"/>
            <a:ext cx="9675360" cy="603720"/>
          </a:xfrm>
          <a:prstGeom prst="rect">
            <a:avLst/>
          </a:prstGeom>
          <a:noFill/>
          <a:ln>
            <a:noFill/>
          </a:ln>
        </p:spPr>
        <p:txBody>
          <a:bodyPr lIns="0" tIns="0" rIns="0" bIns="0" anchor="ctr"/>
          <a:lstStyle/>
          <a:p>
            <a:endParaRPr lang="en-US"/>
          </a:p>
        </p:txBody>
      </p:sp>
      <p:sp>
        <p:nvSpPr>
          <p:cNvPr id="3" name="Text Placeholder 2">
            <a:extLst>
              <a:ext uri="{FF2B5EF4-FFF2-40B4-BE49-F238E27FC236}">
                <a16:creationId xmlns:a16="http://schemas.microsoft.com/office/drawing/2014/main" id="{6A002934-D8F8-39F9-AB31-96ED06C0D34D}"/>
              </a:ext>
            </a:extLst>
          </p:cNvPr>
          <p:cNvSpPr txBox="1">
            <a:spLocks noGrp="1"/>
          </p:cNvSpPr>
          <p:nvPr>
            <p:ph type="body" idx="1"/>
          </p:nvPr>
        </p:nvSpPr>
        <p:spPr>
          <a:xfrm>
            <a:off x="276840" y="914039"/>
            <a:ext cx="9685440" cy="4446360"/>
          </a:xfrm>
          <a:prstGeom prst="rect">
            <a:avLst/>
          </a:prstGeom>
          <a:noFill/>
          <a:ln>
            <a:noFill/>
          </a:ln>
        </p:spPr>
        <p:txBody>
          <a:bodyPr vert="horz" lIns="0" tIns="0" rIns="0" bIns="0">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9E84592A-3B5A-22B0-52F5-72800337543C}"/>
              </a:ext>
            </a:extLst>
          </p:cNvPr>
          <p:cNvSpPr txBox="1">
            <a:spLocks noGrp="1"/>
          </p:cNvSpPr>
          <p:nvPr>
            <p:ph type="dt" sz="half" idx="2"/>
          </p:nvPr>
        </p:nvSpPr>
        <p:spPr>
          <a:xfrm>
            <a:off x="287640" y="5164560"/>
            <a:ext cx="2347560" cy="39060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5" name="Footer Placeholder 4">
            <a:extLst>
              <a:ext uri="{FF2B5EF4-FFF2-40B4-BE49-F238E27FC236}">
                <a16:creationId xmlns:a16="http://schemas.microsoft.com/office/drawing/2014/main" id="{6D6E517C-E647-BC2E-C6DB-26357CEA99E1}"/>
              </a:ext>
            </a:extLst>
          </p:cNvPr>
          <p:cNvSpPr txBox="1">
            <a:spLocks noGrp="1"/>
          </p:cNvSpPr>
          <p:nvPr>
            <p:ph type="ftr" sz="quarter" idx="3"/>
          </p:nvPr>
        </p:nvSpPr>
        <p:spPr>
          <a:xfrm>
            <a:off x="3445920" y="5164560"/>
            <a:ext cx="3193920" cy="39060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erif" pitchFamily="18"/>
                <a:ea typeface="Segoe UI" pitchFamily="2"/>
                <a:cs typeface="Tahoma" pitchFamily="2"/>
              </a:defRPr>
            </a:lvl1pPr>
          </a:lstStyle>
          <a:p>
            <a:pPr lvl="0"/>
            <a:endParaRPr lang="en-US"/>
          </a:p>
        </p:txBody>
      </p:sp>
      <p:sp>
        <p:nvSpPr>
          <p:cNvPr id="6" name="Slide Number Placeholder 5">
            <a:extLst>
              <a:ext uri="{FF2B5EF4-FFF2-40B4-BE49-F238E27FC236}">
                <a16:creationId xmlns:a16="http://schemas.microsoft.com/office/drawing/2014/main" id="{E6F1947A-2FF9-7966-4CF2-53F4E84748A6}"/>
              </a:ext>
            </a:extLst>
          </p:cNvPr>
          <p:cNvSpPr txBox="1">
            <a:spLocks noGrp="1"/>
          </p:cNvSpPr>
          <p:nvPr>
            <p:ph type="sldNum" sz="quarter" idx="4"/>
          </p:nvPr>
        </p:nvSpPr>
        <p:spPr>
          <a:xfrm>
            <a:off x="9018000" y="5344560"/>
            <a:ext cx="878039" cy="25128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fld id="{C2AF0626-0AAF-4F81-B754-BE76AC583931}"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hangingPunct="0">
        <a:tabLst/>
        <a:defRPr lang="en-US" sz="2400" b="0" i="0" u="none" strike="noStrike" kern="1200" cap="none">
          <a:ln>
            <a:noFill/>
          </a:ln>
          <a:highlight>
            <a:scrgbClr r="0" g="0" b="0">
              <a:alpha val="0"/>
            </a:scrgbClr>
          </a:highlight>
          <a:latin typeface="Rubik" pitchFamily="2"/>
          <a:ea typeface="Microsoft YaHei" pitchFamily="2"/>
          <a:cs typeface="Arial" pitchFamily="2"/>
        </a:defRPr>
      </a:lvl1pPr>
    </p:titleStyle>
    <p:bodyStyle>
      <a:lvl1pPr marL="0" marR="0" lvl="0" indent="0" rtl="0" hangingPunct="0">
        <a:spcBef>
          <a:spcPts val="1701"/>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1pPr>
      <a:lvl2pPr marL="0" marR="0" lvl="1" indent="0" rtl="0" hangingPunct="0">
        <a:spcBef>
          <a:spcPts val="1417"/>
        </a:spcBef>
        <a:spcAft>
          <a:spcPts val="283"/>
        </a:spcAft>
        <a:buSzPct val="7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2pPr>
      <a:lvl3pPr marL="0" marR="0" lvl="2" indent="0" rtl="0" hangingPunct="0">
        <a:spcBef>
          <a:spcPts val="1134"/>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3pPr>
      <a:lvl4pPr marL="0" marR="0" lvl="3" indent="0" rtl="0" hangingPunct="0">
        <a:spcBef>
          <a:spcPts val="850"/>
        </a:spcBef>
        <a:spcAft>
          <a:spcPts val="283"/>
        </a:spcAft>
        <a:buSzPct val="7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4pPr>
      <a:lvl5pPr marL="0" marR="0" lvl="4" indent="0" rtl="0" hangingPunct="0">
        <a:spcBef>
          <a:spcPts val="567"/>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5pPr>
      <a:lvl6pPr marL="0" marR="0" lvl="5" indent="0" rtl="0" hangingPunct="0">
        <a:spcBef>
          <a:spcPts val="567"/>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6pPr>
      <a:lvl7pPr marL="0" marR="0" lvl="6" indent="0" rtl="0" hangingPunct="0">
        <a:spcBef>
          <a:spcPts val="567"/>
        </a:spcBef>
        <a:spcAft>
          <a:spcPts val="283"/>
        </a:spcAft>
        <a:buSzPct val="45000"/>
        <a:buFont typeface="StarSymbol"/>
        <a:buChar char="●"/>
        <a:tabLst/>
        <a:defRPr lang="en-US" sz="1600" b="0" i="0" u="none" strike="noStrike" kern="1200" cap="none">
          <a:ln>
            <a:noFill/>
          </a:ln>
          <a:highlight>
            <a:scrgbClr r="0" g="0" b="0">
              <a:alpha val="0"/>
            </a:scrgbClr>
          </a:highlight>
          <a:latin typeface="Rubik Light" pitchFamily="2"/>
          <a:ea typeface="Microsoft YaHei" pitchFamily="2"/>
          <a:cs typeface="Arial"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bass2000.obspm.fr/solar_spect.php"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BE6A727-F14A-7BA1-2AD0-E19EC256DD32}"/>
              </a:ext>
            </a:extLst>
          </p:cNvPr>
          <p:cNvSpPr txBox="1">
            <a:spLocks noGrp="1"/>
          </p:cNvSpPr>
          <p:nvPr>
            <p:ph type="subTitle" idx="4294967295"/>
          </p:nvPr>
        </p:nvSpPr>
        <p:spPr>
          <a:xfrm>
            <a:off x="183240" y="5168160"/>
            <a:ext cx="9141120" cy="457200"/>
          </a:xfrm>
        </p:spPr>
        <p:txBody>
          <a:bodyPr anchor="ctr"/>
          <a:lstStyle/>
          <a:p>
            <a:pPr lvl="0" algn="l">
              <a:buNone/>
            </a:pPr>
            <a:r>
              <a:rPr lang="en-US" sz="2000" dirty="0">
                <a:latin typeface="Rubik" pitchFamily="18"/>
              </a:rPr>
              <a:t>16/01/2026</a:t>
            </a:r>
          </a:p>
        </p:txBody>
      </p:sp>
      <p:sp>
        <p:nvSpPr>
          <p:cNvPr id="3" name="TextBox 2">
            <a:extLst>
              <a:ext uri="{FF2B5EF4-FFF2-40B4-BE49-F238E27FC236}">
                <a16:creationId xmlns:a16="http://schemas.microsoft.com/office/drawing/2014/main" id="{3DA45BA9-442A-1743-F932-46E8C9409C73}"/>
              </a:ext>
            </a:extLst>
          </p:cNvPr>
          <p:cNvSpPr txBox="1"/>
          <p:nvPr/>
        </p:nvSpPr>
        <p:spPr>
          <a:xfrm>
            <a:off x="111240" y="4668480"/>
            <a:ext cx="7998480" cy="491400"/>
          </a:xfrm>
          <a:prstGeom prst="rect">
            <a:avLst/>
          </a:prstGeom>
          <a:noFill/>
          <a:ln>
            <a:noFill/>
          </a:ln>
        </p:spPr>
        <p:txBody>
          <a:bodyPr vert="horz" wrap="none" lIns="90000" tIns="45000" rIns="90000" bIns="45000" anchorCtr="0" compatLnSpc="0">
            <a:spAutoFit/>
          </a:bodyPr>
          <a:lstStyle/>
          <a:p>
            <a:pPr marL="0" marR="0" lvl="0" indent="0" algn="l" rtl="0" hangingPunct="0">
              <a:lnSpc>
                <a:spcPct val="100000"/>
              </a:lnSpc>
              <a:spcBef>
                <a:spcPts val="0"/>
              </a:spcBef>
              <a:spcAft>
                <a:spcPts val="0"/>
              </a:spcAft>
              <a:buNone/>
              <a:tabLst/>
            </a:pPr>
            <a:r>
              <a:rPr lang="en-US" sz="2200" b="0" i="0" u="none" strike="noStrike" kern="1200" cap="none">
                <a:ln>
                  <a:noFill/>
                </a:ln>
                <a:latin typeface="Rubik" pitchFamily="18"/>
                <a:ea typeface="Microsoft YaHei" pitchFamily="2"/>
                <a:cs typeface="Arial" pitchFamily="2"/>
              </a:rPr>
              <a:t>Ivan Milić (AOB / MATF)</a:t>
            </a:r>
          </a:p>
        </p:txBody>
      </p:sp>
      <p:sp>
        <p:nvSpPr>
          <p:cNvPr id="4" name="TextBox 3">
            <a:extLst>
              <a:ext uri="{FF2B5EF4-FFF2-40B4-BE49-F238E27FC236}">
                <a16:creationId xmlns:a16="http://schemas.microsoft.com/office/drawing/2014/main" id="{0DD1630B-8004-EB02-D6F9-B7539FC82F6F}"/>
              </a:ext>
            </a:extLst>
          </p:cNvPr>
          <p:cNvSpPr txBox="1"/>
          <p:nvPr/>
        </p:nvSpPr>
        <p:spPr>
          <a:xfrm>
            <a:off x="183240" y="3555000"/>
            <a:ext cx="9538560" cy="1107000"/>
          </a:xfrm>
          <a:prstGeom prst="rect">
            <a:avLst/>
          </a:prstGeom>
          <a:noFill/>
          <a:ln>
            <a:noFill/>
          </a:ln>
        </p:spPr>
        <p:txBody>
          <a:bodyPr vert="horz" lIns="0" tIns="0" rIns="0" bIns="0" anchor="ctr"/>
          <a:lstStyle/>
          <a:p>
            <a:pPr marL="0" marR="0" lvl="0" indent="0" algn="l" rtl="0" hangingPunct="0">
              <a:buNone/>
              <a:tabLst/>
            </a:pPr>
            <a:r>
              <a:rPr lang="en-US" sz="3200" b="0" i="0" u="none" strike="noStrike" kern="1200" cap="none">
                <a:ln>
                  <a:noFill/>
                </a:ln>
                <a:highlight>
                  <a:scrgbClr r="0" g="0" b="0">
                    <a:alpha val="0"/>
                  </a:scrgbClr>
                </a:highlight>
                <a:latin typeface="Rubik" pitchFamily="18"/>
                <a:ea typeface="Microsoft YaHei" pitchFamily="2"/>
                <a:cs typeface="Arial" pitchFamily="2"/>
              </a:rPr>
              <a:t>Teorija Zvezdanih Spektara</a:t>
            </a:r>
          </a:p>
          <a:p>
            <a:pPr marL="0" marR="0" lvl="0" indent="0" algn="l" rtl="0" hangingPunct="0">
              <a:buNone/>
              <a:tabLst/>
            </a:pPr>
            <a:r>
              <a:rPr lang="en-US" sz="3200" b="0" i="0" u="none" strike="noStrike" kern="1200" cap="none">
                <a:ln>
                  <a:noFill/>
                </a:ln>
                <a:highlight>
                  <a:scrgbClr r="0" g="0" b="0">
                    <a:alpha val="0"/>
                  </a:scrgbClr>
                </a:highlight>
                <a:latin typeface="Rubik" pitchFamily="18"/>
                <a:ea typeface="Microsoft YaHei" pitchFamily="2"/>
                <a:cs typeface="Arial" pitchFamily="2"/>
              </a:rPr>
              <a:t>Lekcija 9: Modeli Formiranja Spektralnih Linija</a:t>
            </a:r>
          </a:p>
        </p:txBody>
      </p:sp>
      <p:pic>
        <p:nvPicPr>
          <p:cNvPr id="5" name="">
            <a:extLst>
              <a:ext uri="{FF2B5EF4-FFF2-40B4-BE49-F238E27FC236}">
                <a16:creationId xmlns:a16="http://schemas.microsoft.com/office/drawing/2014/main" id="{F83E8102-E78A-656A-C54D-9AF514AFD4FE}"/>
              </a:ext>
            </a:extLst>
          </p:cNvPr>
          <p:cNvPicPr>
            <a:picLocks noChangeAspect="1"/>
          </p:cNvPicPr>
          <p:nvPr/>
        </p:nvPicPr>
        <p:blipFill>
          <a:blip r:embed="rId3">
            <a:lum/>
            <a:alphaModFix/>
          </a:blip>
          <a:srcRect/>
          <a:stretch>
            <a:fillRect/>
          </a:stretch>
        </p:blipFill>
        <p:spPr>
          <a:xfrm>
            <a:off x="7895880" y="2057400"/>
            <a:ext cx="1600200" cy="1565280"/>
          </a:xfrm>
          <a:prstGeom prst="rect">
            <a:avLst/>
          </a:prstGeom>
          <a:noFill/>
          <a:ln>
            <a:noFill/>
          </a:ln>
        </p:spPr>
      </p:pic>
      <p:pic>
        <p:nvPicPr>
          <p:cNvPr id="6" name="">
            <a:extLst>
              <a:ext uri="{FF2B5EF4-FFF2-40B4-BE49-F238E27FC236}">
                <a16:creationId xmlns:a16="http://schemas.microsoft.com/office/drawing/2014/main" id="{0E0C3376-8281-152D-D0ED-B35429DF5A8D}"/>
              </a:ext>
            </a:extLst>
          </p:cNvPr>
          <p:cNvPicPr>
            <a:picLocks noChangeAspect="1"/>
          </p:cNvPicPr>
          <p:nvPr/>
        </p:nvPicPr>
        <p:blipFill>
          <a:blip r:embed="rId4">
            <a:lum/>
            <a:alphaModFix/>
          </a:blip>
          <a:srcRect/>
          <a:stretch>
            <a:fillRect/>
          </a:stretch>
        </p:blipFill>
        <p:spPr>
          <a:xfrm>
            <a:off x="7543799" y="157680"/>
            <a:ext cx="2304360" cy="1728360"/>
          </a:xfrm>
          <a:prstGeom prst="rect">
            <a:avLst/>
          </a:prstGeom>
          <a:noFill/>
          <a:ln>
            <a:noFill/>
          </a:ln>
        </p:spPr>
      </p:pic>
      <p:pic>
        <p:nvPicPr>
          <p:cNvPr id="7" name="">
            <a:extLst>
              <a:ext uri="{FF2B5EF4-FFF2-40B4-BE49-F238E27FC236}">
                <a16:creationId xmlns:a16="http://schemas.microsoft.com/office/drawing/2014/main" id="{B5E9605E-E8F2-A424-4540-0A501CCE7FF3}"/>
              </a:ext>
            </a:extLst>
          </p:cNvPr>
          <p:cNvPicPr>
            <a:picLocks noChangeAspect="1"/>
          </p:cNvPicPr>
          <p:nvPr/>
        </p:nvPicPr>
        <p:blipFill>
          <a:blip r:embed="rId5">
            <a:lum/>
            <a:alphaModFix/>
          </a:blip>
          <a:srcRect/>
          <a:stretch>
            <a:fillRect/>
          </a:stretch>
        </p:blipFill>
        <p:spPr>
          <a:xfrm>
            <a:off x="1143000" y="162000"/>
            <a:ext cx="5257800" cy="31528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E0252-6910-C5AF-5C5C-A8C5977F7E94}"/>
              </a:ext>
            </a:extLst>
          </p:cNvPr>
          <p:cNvSpPr txBox="1">
            <a:spLocks noGrp="1"/>
          </p:cNvSpPr>
          <p:nvPr>
            <p:ph type="title" idx="4294967295"/>
          </p:nvPr>
        </p:nvSpPr>
        <p:spPr/>
        <p:txBody>
          <a:bodyPr vert="horz"/>
          <a:lstStyle/>
          <a:p>
            <a:pPr lvl="0"/>
            <a:r>
              <a:rPr lang="en-US"/>
              <a:t>Zašto spektralne linije?</a:t>
            </a:r>
          </a:p>
        </p:txBody>
      </p:sp>
      <p:sp>
        <p:nvSpPr>
          <p:cNvPr id="3" name="Text Placeholder 2">
            <a:extLst>
              <a:ext uri="{FF2B5EF4-FFF2-40B4-BE49-F238E27FC236}">
                <a16:creationId xmlns:a16="http://schemas.microsoft.com/office/drawing/2014/main" id="{79D8FBA1-E1DA-E151-982E-2C6FAD1C9F1C}"/>
              </a:ext>
            </a:extLst>
          </p:cNvPr>
          <p:cNvSpPr txBox="1">
            <a:spLocks noGrp="1"/>
          </p:cNvSpPr>
          <p:nvPr>
            <p:ph type="body" idx="4294967295"/>
          </p:nvPr>
        </p:nvSpPr>
        <p:spPr>
          <a:xfrm>
            <a:off x="276840" y="698039"/>
            <a:ext cx="9685440" cy="4446360"/>
          </a:xfrm>
        </p:spPr>
        <p:txBody>
          <a:bodyPr/>
          <a:lstStyle/>
          <a:p>
            <a:pPr lvl="0">
              <a:spcBef>
                <a:spcPts val="0"/>
              </a:spcBef>
              <a:spcAft>
                <a:spcPts val="1582"/>
              </a:spcAft>
            </a:pPr>
            <a:r>
              <a:rPr lang="en-US"/>
              <a:t>Spektralne linije su zanimljive zato što u njima koeficijent apsorpcije brzo varira sa talasnom dužinom. Pogledajte koliko spektralnih linija unutar samo 5 nm!</a:t>
            </a:r>
          </a:p>
          <a:p>
            <a:pPr lvl="0">
              <a:spcBef>
                <a:spcPts val="0"/>
              </a:spcBef>
              <a:spcAft>
                <a:spcPts val="1582"/>
              </a:spcAft>
            </a:pPr>
            <a:r>
              <a:rPr lang="en-US"/>
              <a:t>Ako želite još da razgledate: </a:t>
            </a:r>
            <a:r>
              <a:rPr lang="en-US">
                <a:hlinkClick r:id="rId3"/>
              </a:rPr>
              <a:t>https://bass2000.obspm.fr/solar_spect.php</a:t>
            </a:r>
            <a:r>
              <a:rPr lang="en-US"/>
              <a:t> </a:t>
            </a:r>
          </a:p>
        </p:txBody>
      </p:sp>
      <p:pic>
        <p:nvPicPr>
          <p:cNvPr id="4" name="">
            <a:extLst>
              <a:ext uri="{FF2B5EF4-FFF2-40B4-BE49-F238E27FC236}">
                <a16:creationId xmlns:a16="http://schemas.microsoft.com/office/drawing/2014/main" id="{DD0A728B-B355-98B1-D720-36A8DD417B87}"/>
              </a:ext>
            </a:extLst>
          </p:cNvPr>
          <p:cNvPicPr>
            <a:picLocks noChangeAspect="1"/>
          </p:cNvPicPr>
          <p:nvPr/>
        </p:nvPicPr>
        <p:blipFill>
          <a:blip r:embed="rId4">
            <a:lum/>
            <a:alphaModFix/>
          </a:blip>
          <a:srcRect/>
          <a:stretch>
            <a:fillRect/>
          </a:stretch>
        </p:blipFill>
        <p:spPr>
          <a:xfrm>
            <a:off x="1795320" y="1810800"/>
            <a:ext cx="6205680" cy="3790079"/>
          </a:xfrm>
          <a:prstGeom prst="rect">
            <a:avLst/>
          </a:prstGeom>
          <a:noFill/>
          <a:ln>
            <a:noFill/>
          </a:ln>
        </p:spPr>
      </p:pic>
      <p:sp>
        <p:nvSpPr>
          <p:cNvPr id="5" name="TextBox 4">
            <a:extLst>
              <a:ext uri="{FF2B5EF4-FFF2-40B4-BE49-F238E27FC236}">
                <a16:creationId xmlns:a16="http://schemas.microsoft.com/office/drawing/2014/main" id="{79E53EDE-1D80-D652-47BC-026A4E6A4DEB}"/>
              </a:ext>
            </a:extLst>
          </p:cNvPr>
          <p:cNvSpPr txBox="1"/>
          <p:nvPr/>
        </p:nvSpPr>
        <p:spPr>
          <a:xfrm>
            <a:off x="8000999" y="4343400"/>
            <a:ext cx="1828800" cy="14475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Region oko 589 nm iz takozvanog Solarnog Atlasa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4ABD-753B-82FD-1719-C563115D4C70}"/>
              </a:ext>
            </a:extLst>
          </p:cNvPr>
          <p:cNvSpPr txBox="1">
            <a:spLocks noGrp="1"/>
          </p:cNvSpPr>
          <p:nvPr>
            <p:ph type="title" idx="4294967295"/>
          </p:nvPr>
        </p:nvSpPr>
        <p:spPr/>
        <p:txBody>
          <a:bodyPr vert="horz"/>
          <a:lstStyle/>
          <a:p>
            <a:pPr lvl="0"/>
            <a:r>
              <a:rPr lang="en-US"/>
              <a:t>Setimo se Eddinton-Barbije relacije</a:t>
            </a:r>
          </a:p>
        </p:txBody>
      </p:sp>
      <p:sp>
        <p:nvSpPr>
          <p:cNvPr id="3" name="Text Placeholder 2">
            <a:extLst>
              <a:ext uri="{FF2B5EF4-FFF2-40B4-BE49-F238E27FC236}">
                <a16:creationId xmlns:a16="http://schemas.microsoft.com/office/drawing/2014/main" id="{62F52767-9EE8-A6D1-9B3F-004BB47FC55A}"/>
              </a:ext>
            </a:extLst>
          </p:cNvPr>
          <p:cNvSpPr txBox="1">
            <a:spLocks noGrp="1"/>
          </p:cNvSpPr>
          <p:nvPr>
            <p:ph type="body" idx="4294967295"/>
          </p:nvPr>
        </p:nvSpPr>
        <p:spPr/>
        <p:txBody>
          <a:bodyPr/>
          <a:lstStyle/>
          <a:p>
            <a:pPr lvl="0">
              <a:spcBef>
                <a:spcPts val="0"/>
              </a:spcBef>
              <a:spcAft>
                <a:spcPts val="1582"/>
              </a:spcAft>
              <a:buNone/>
            </a:pPr>
            <a:endParaRPr lang="en-US"/>
          </a:p>
          <a:p>
            <a:pPr lvl="0">
              <a:spcBef>
                <a:spcPts val="0"/>
              </a:spcBef>
              <a:spcAft>
                <a:spcPts val="1582"/>
              </a:spcAft>
            </a:pPr>
            <a:r>
              <a:rPr lang="en-US"/>
              <a:t>To znači da frekvencije/talasne dužine na kojima je atmosfera neprozračnije “bivaju formirane” u višim slojevima.</a:t>
            </a:r>
          </a:p>
          <a:p>
            <a:pPr lvl="0">
              <a:spcBef>
                <a:spcPts val="0"/>
              </a:spcBef>
              <a:spcAft>
                <a:spcPts val="1582"/>
              </a:spcAft>
            </a:pPr>
            <a:r>
              <a:rPr lang="en-US"/>
              <a:t>U liniji to izgleda ovako:</a:t>
            </a:r>
          </a:p>
        </p:txBody>
      </p:sp>
      <p:pic>
        <p:nvPicPr>
          <p:cNvPr id="4" name="">
            <a:extLst>
              <a:ext uri="{FF2B5EF4-FFF2-40B4-BE49-F238E27FC236}">
                <a16:creationId xmlns:a16="http://schemas.microsoft.com/office/drawing/2014/main" id="{79C3A6EE-B8E6-137A-7EC8-9F81637AFDE6}"/>
              </a:ext>
            </a:extLst>
          </p:cNvPr>
          <p:cNvPicPr>
            <a:picLocks noChangeAspect="1"/>
          </p:cNvPicPr>
          <p:nvPr/>
        </p:nvPicPr>
        <p:blipFill>
          <a:blip r:embed="rId3">
            <a:lum/>
            <a:alphaModFix/>
          </a:blip>
          <a:srcRect/>
          <a:stretch>
            <a:fillRect/>
          </a:stretch>
        </p:blipFill>
        <p:spPr>
          <a:xfrm>
            <a:off x="360" y="2143080"/>
            <a:ext cx="10076400" cy="3343319"/>
          </a:xfrm>
          <a:prstGeom prst="rect">
            <a:avLst/>
          </a:prstGeom>
          <a:noFill/>
          <a:ln>
            <a:noFill/>
          </a:ln>
        </p:spPr>
      </p:pic>
      <p:pic>
        <p:nvPicPr>
          <p:cNvPr id="5" name="">
            <a:extLst>
              <a:ext uri="{FF2B5EF4-FFF2-40B4-BE49-F238E27FC236}">
                <a16:creationId xmlns:a16="http://schemas.microsoft.com/office/drawing/2014/main" id="{79B92F49-3748-56C5-997C-D142FCF5D59C}"/>
              </a:ext>
            </a:extLst>
          </p:cNvPr>
          <p:cNvPicPr>
            <a:picLocks noChangeAspect="1"/>
          </p:cNvPicPr>
          <p:nvPr/>
        </p:nvPicPr>
        <p:blipFill>
          <a:blip r:embed="rId4">
            <a:lum/>
            <a:alphaModFix/>
          </a:blip>
          <a:srcRect/>
          <a:stretch>
            <a:fillRect/>
          </a:stretch>
        </p:blipFill>
        <p:spPr>
          <a:xfrm>
            <a:off x="3426479" y="685440"/>
            <a:ext cx="3223800" cy="4982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99A94-2685-B889-B3D7-7A7BDB2607B1}"/>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80C6A597-E63F-2BCF-3C59-A484C5BD468F}"/>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C7ADB1F2-2BAB-1957-ED06-EED4219F5911}"/>
              </a:ext>
            </a:extLst>
          </p:cNvPr>
          <p:cNvPicPr>
            <a:picLocks noChangeAspect="1"/>
          </p:cNvPicPr>
          <p:nvPr/>
        </p:nvPicPr>
        <p:blipFill>
          <a:blip r:embed="rId3">
            <a:lum/>
            <a:alphaModFix/>
          </a:blip>
          <a:srcRect/>
          <a:stretch>
            <a:fillRect/>
          </a:stretch>
        </p:blipFill>
        <p:spPr>
          <a:xfrm>
            <a:off x="4417560" y="0"/>
            <a:ext cx="5627159" cy="56689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0583-8706-1C28-3369-62518E52B70E}"/>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36C440EF-50E1-111E-EC45-EB9B1BE67CEE}"/>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1275DBD5-94F7-608F-4BE1-9502A3A96F28}"/>
              </a:ext>
            </a:extLst>
          </p:cNvPr>
          <p:cNvPicPr>
            <a:picLocks noChangeAspect="1"/>
          </p:cNvPicPr>
          <p:nvPr/>
        </p:nvPicPr>
        <p:blipFill>
          <a:blip r:embed="rId3">
            <a:lum/>
            <a:alphaModFix/>
          </a:blip>
          <a:srcRect/>
          <a:stretch>
            <a:fillRect/>
          </a:stretch>
        </p:blipFill>
        <p:spPr>
          <a:xfrm>
            <a:off x="4449600" y="0"/>
            <a:ext cx="5627159" cy="56689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6CEBD-0837-57BF-38F4-6428A437C893}"/>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4B14B3E9-7921-88B3-1735-AE80989F938B}"/>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3BB42E62-673D-99CE-5C69-78C8320E2F68}"/>
              </a:ext>
            </a:extLst>
          </p:cNvPr>
          <p:cNvPicPr>
            <a:picLocks noChangeAspect="1"/>
          </p:cNvPicPr>
          <p:nvPr/>
        </p:nvPicPr>
        <p:blipFill>
          <a:blip r:embed="rId3">
            <a:lum/>
            <a:alphaModFix/>
          </a:blip>
          <a:srcRect/>
          <a:stretch>
            <a:fillRect/>
          </a:stretch>
        </p:blipFill>
        <p:spPr>
          <a:xfrm>
            <a:off x="4449600" y="0"/>
            <a:ext cx="5627159" cy="56689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F5662-AC0E-2C96-7FB1-A10F471AFC4F}"/>
              </a:ext>
            </a:extLst>
          </p:cNvPr>
          <p:cNvSpPr txBox="1">
            <a:spLocks noGrp="1"/>
          </p:cNvSpPr>
          <p:nvPr>
            <p:ph type="title" idx="4294967295"/>
          </p:nvPr>
        </p:nvSpPr>
        <p:spPr/>
        <p:txBody>
          <a:bodyPr vert="horz">
            <a:spAutoFit/>
          </a:bodyPr>
          <a:lstStyle/>
          <a:p>
            <a:pPr lvl="0"/>
            <a:r>
              <a:rPr lang="en-US"/>
              <a:t>Računanje koeficijenta apsorpcije i emisije (!tabla)</a:t>
            </a:r>
          </a:p>
        </p:txBody>
      </p:sp>
      <p:sp>
        <p:nvSpPr>
          <p:cNvPr id="3" name="Text Placeholder 2">
            <a:extLst>
              <a:ext uri="{FF2B5EF4-FFF2-40B4-BE49-F238E27FC236}">
                <a16:creationId xmlns:a16="http://schemas.microsoft.com/office/drawing/2014/main" id="{E26C2987-A04A-AAE3-79A8-90A712C01852}"/>
              </a:ext>
            </a:extLst>
          </p:cNvPr>
          <p:cNvSpPr txBox="1">
            <a:spLocks noGrp="1"/>
          </p:cNvSpPr>
          <p:nvPr>
            <p:ph type="body" idx="4294967295"/>
          </p:nvPr>
        </p:nvSpPr>
        <p:spPr/>
        <p:txBody>
          <a:bodyPr/>
          <a:lstStyle/>
          <a:p>
            <a:pPr lvl="0">
              <a:spcBef>
                <a:spcPts val="0"/>
              </a:spcBef>
              <a:spcAft>
                <a:spcPts val="1582"/>
              </a:spcAft>
            </a:pPr>
            <a:r>
              <a:rPr lang="en-US"/>
              <a:t>Koeficijenti emisije i apsorpcije u spektralnoj liniji izgledaju ovako:</a:t>
            </a:r>
          </a:p>
        </p:txBody>
      </p:sp>
      <p:pic>
        <p:nvPicPr>
          <p:cNvPr id="4" name="">
            <a:extLst>
              <a:ext uri="{FF2B5EF4-FFF2-40B4-BE49-F238E27FC236}">
                <a16:creationId xmlns:a16="http://schemas.microsoft.com/office/drawing/2014/main" id="{C1AC4069-599F-1700-F87F-DB4989A6D73C}"/>
              </a:ext>
            </a:extLst>
          </p:cNvPr>
          <p:cNvPicPr>
            <a:picLocks noChangeAspect="1"/>
          </p:cNvPicPr>
          <p:nvPr/>
        </p:nvPicPr>
        <p:blipFill>
          <a:blip r:embed="rId3">
            <a:lum/>
            <a:alphaModFix/>
          </a:blip>
          <a:srcRect/>
          <a:stretch>
            <a:fillRect/>
          </a:stretch>
        </p:blipFill>
        <p:spPr>
          <a:xfrm>
            <a:off x="2771640" y="2175480"/>
            <a:ext cx="4533480" cy="1666439"/>
          </a:xfrm>
          <a:prstGeom prst="rect">
            <a:avLst/>
          </a:prstGeom>
          <a:noFill/>
          <a:ln>
            <a:noFill/>
          </a:ln>
        </p:spPr>
      </p:pic>
      <p:sp>
        <p:nvSpPr>
          <p:cNvPr id="5" name="TextBox 4">
            <a:extLst>
              <a:ext uri="{FF2B5EF4-FFF2-40B4-BE49-F238E27FC236}">
                <a16:creationId xmlns:a16="http://schemas.microsoft.com/office/drawing/2014/main" id="{470FF2AB-0CC7-59D9-14FF-FFEB46C22664}"/>
              </a:ext>
            </a:extLst>
          </p:cNvPr>
          <p:cNvSpPr txBox="1"/>
          <p:nvPr/>
        </p:nvSpPr>
        <p:spPr>
          <a:xfrm>
            <a:off x="3886200" y="4310280"/>
            <a:ext cx="1828800" cy="11617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donjeg nivoa</a:t>
            </a:r>
          </a:p>
        </p:txBody>
      </p:sp>
      <p:sp>
        <p:nvSpPr>
          <p:cNvPr id="6" name="TextBox 5">
            <a:extLst>
              <a:ext uri="{FF2B5EF4-FFF2-40B4-BE49-F238E27FC236}">
                <a16:creationId xmlns:a16="http://schemas.microsoft.com/office/drawing/2014/main" id="{79798194-56D4-0BA0-ECA6-43D0F40A0E0E}"/>
              </a:ext>
            </a:extLst>
          </p:cNvPr>
          <p:cNvSpPr txBox="1"/>
          <p:nvPr/>
        </p:nvSpPr>
        <p:spPr>
          <a:xfrm>
            <a:off x="276840" y="2038679"/>
            <a:ext cx="1828800" cy="11617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gornjeg nivoa</a:t>
            </a:r>
          </a:p>
        </p:txBody>
      </p:sp>
      <p:sp>
        <p:nvSpPr>
          <p:cNvPr id="7" name="TextBox 6">
            <a:extLst>
              <a:ext uri="{FF2B5EF4-FFF2-40B4-BE49-F238E27FC236}">
                <a16:creationId xmlns:a16="http://schemas.microsoft.com/office/drawing/2014/main" id="{8505F9BF-7BC7-FFF2-71CC-6D5C4F5F7D8C}"/>
              </a:ext>
            </a:extLst>
          </p:cNvPr>
          <p:cNvSpPr txBox="1"/>
          <p:nvPr/>
        </p:nvSpPr>
        <p:spPr>
          <a:xfrm>
            <a:off x="276840" y="2039039"/>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gornjeg nivoa</a:t>
            </a:r>
          </a:p>
        </p:txBody>
      </p:sp>
      <p:sp>
        <p:nvSpPr>
          <p:cNvPr id="8" name="TextBox 7">
            <a:extLst>
              <a:ext uri="{FF2B5EF4-FFF2-40B4-BE49-F238E27FC236}">
                <a16:creationId xmlns:a16="http://schemas.microsoft.com/office/drawing/2014/main" id="{1DA73B9A-2BA3-9AA1-FBE8-DA5ABD5BA47F}"/>
              </a:ext>
            </a:extLst>
          </p:cNvPr>
          <p:cNvSpPr txBox="1"/>
          <p:nvPr/>
        </p:nvSpPr>
        <p:spPr>
          <a:xfrm>
            <a:off x="5943600" y="1594440"/>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Einstein-ovi koeficijenti</a:t>
            </a:r>
          </a:p>
        </p:txBody>
      </p:sp>
      <p:sp>
        <p:nvSpPr>
          <p:cNvPr id="9" name="TextBox 8">
            <a:extLst>
              <a:ext uri="{FF2B5EF4-FFF2-40B4-BE49-F238E27FC236}">
                <a16:creationId xmlns:a16="http://schemas.microsoft.com/office/drawing/2014/main" id="{343D5647-67B1-A594-A3AA-19CF6A62DC7F}"/>
              </a:ext>
            </a:extLst>
          </p:cNvPr>
          <p:cNvSpPr txBox="1"/>
          <p:nvPr/>
        </p:nvSpPr>
        <p:spPr>
          <a:xfrm>
            <a:off x="7491600" y="2566440"/>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Apsorpcioni profil</a:t>
            </a:r>
          </a:p>
        </p:txBody>
      </p:sp>
      <p:sp>
        <p:nvSpPr>
          <p:cNvPr id="10" name="Straight Connector 9">
            <a:extLst>
              <a:ext uri="{FF2B5EF4-FFF2-40B4-BE49-F238E27FC236}">
                <a16:creationId xmlns:a16="http://schemas.microsoft.com/office/drawing/2014/main" id="{D5E52858-53CC-0FC1-51B9-47AD23411F3C}"/>
              </a:ext>
            </a:extLst>
          </p:cNvPr>
          <p:cNvSpPr/>
          <p:nvPr/>
        </p:nvSpPr>
        <p:spPr>
          <a:xfrm>
            <a:off x="1600200" y="2286000"/>
            <a:ext cx="2057400" cy="2286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1" name="Straight Connector 10">
            <a:extLst>
              <a:ext uri="{FF2B5EF4-FFF2-40B4-BE49-F238E27FC236}">
                <a16:creationId xmlns:a16="http://schemas.microsoft.com/office/drawing/2014/main" id="{57B5ED38-2C1A-F796-8A53-87AD008457B7}"/>
              </a:ext>
            </a:extLst>
          </p:cNvPr>
          <p:cNvSpPr/>
          <p:nvPr/>
        </p:nvSpPr>
        <p:spPr>
          <a:xfrm flipH="1" flipV="1">
            <a:off x="4114800" y="3886200"/>
            <a:ext cx="22860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2" name="Straight Connector 11">
            <a:extLst>
              <a:ext uri="{FF2B5EF4-FFF2-40B4-BE49-F238E27FC236}">
                <a16:creationId xmlns:a16="http://schemas.microsoft.com/office/drawing/2014/main" id="{2E6E52E7-E2D0-EE13-377E-872DC77E4209}"/>
              </a:ext>
            </a:extLst>
          </p:cNvPr>
          <p:cNvSpPr/>
          <p:nvPr/>
        </p:nvSpPr>
        <p:spPr>
          <a:xfrm flipH="1">
            <a:off x="7305119" y="2971800"/>
            <a:ext cx="23868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3" name="Straight Connector 12">
            <a:extLst>
              <a:ext uri="{FF2B5EF4-FFF2-40B4-BE49-F238E27FC236}">
                <a16:creationId xmlns:a16="http://schemas.microsoft.com/office/drawing/2014/main" id="{D9881624-7C17-5BE7-3977-B002406577D2}"/>
              </a:ext>
            </a:extLst>
          </p:cNvPr>
          <p:cNvSpPr/>
          <p:nvPr/>
        </p:nvSpPr>
        <p:spPr>
          <a:xfrm flipH="1" flipV="1">
            <a:off x="5715000" y="2514600"/>
            <a:ext cx="1776600" cy="228599"/>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4" name="Straight Connector 13">
            <a:extLst>
              <a:ext uri="{FF2B5EF4-FFF2-40B4-BE49-F238E27FC236}">
                <a16:creationId xmlns:a16="http://schemas.microsoft.com/office/drawing/2014/main" id="{8C116AB5-AD88-21C9-34AB-968F65F1E2F6}"/>
              </a:ext>
            </a:extLst>
          </p:cNvPr>
          <p:cNvSpPr/>
          <p:nvPr/>
        </p:nvSpPr>
        <p:spPr>
          <a:xfrm flipH="1">
            <a:off x="5943600" y="2175480"/>
            <a:ext cx="457199" cy="125352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5" name="Straight Connector 14">
            <a:extLst>
              <a:ext uri="{FF2B5EF4-FFF2-40B4-BE49-F238E27FC236}">
                <a16:creationId xmlns:a16="http://schemas.microsoft.com/office/drawing/2014/main" id="{14FD8B16-1B0F-68A5-4D53-38F7A36B05A3}"/>
              </a:ext>
            </a:extLst>
          </p:cNvPr>
          <p:cNvSpPr/>
          <p:nvPr/>
        </p:nvSpPr>
        <p:spPr>
          <a:xfrm flipH="1">
            <a:off x="4572000" y="2175480"/>
            <a:ext cx="1600200" cy="125352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6" name="Straight Connector 15">
            <a:extLst>
              <a:ext uri="{FF2B5EF4-FFF2-40B4-BE49-F238E27FC236}">
                <a16:creationId xmlns:a16="http://schemas.microsoft.com/office/drawing/2014/main" id="{EBFBC1DA-6344-FA51-51C2-A108DF466DD0}"/>
              </a:ext>
            </a:extLst>
          </p:cNvPr>
          <p:cNvSpPr/>
          <p:nvPr/>
        </p:nvSpPr>
        <p:spPr>
          <a:xfrm flipH="1">
            <a:off x="4343400" y="1828800"/>
            <a:ext cx="1600200" cy="6858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77EE-2317-67DB-0ABD-2BC391AD071E}"/>
              </a:ext>
            </a:extLst>
          </p:cNvPr>
          <p:cNvSpPr txBox="1">
            <a:spLocks noGrp="1"/>
          </p:cNvSpPr>
          <p:nvPr>
            <p:ph type="title" idx="4294967295"/>
          </p:nvPr>
        </p:nvSpPr>
        <p:spPr/>
        <p:txBody>
          <a:bodyPr vert="horz">
            <a:spAutoFit/>
          </a:bodyPr>
          <a:lstStyle/>
          <a:p>
            <a:pPr lvl="0"/>
            <a:r>
              <a:rPr lang="en-US"/>
              <a:t>Pošto nemamo tablu, moraćemo dimenziono da se uverimo</a:t>
            </a:r>
          </a:p>
        </p:txBody>
      </p:sp>
      <p:pic>
        <p:nvPicPr>
          <p:cNvPr id="3" name="">
            <a:extLst>
              <a:ext uri="{FF2B5EF4-FFF2-40B4-BE49-F238E27FC236}">
                <a16:creationId xmlns:a16="http://schemas.microsoft.com/office/drawing/2014/main" id="{813E3DFB-0A29-109A-A41B-595E65F825BF}"/>
              </a:ext>
            </a:extLst>
          </p:cNvPr>
          <p:cNvPicPr>
            <a:picLocks noChangeAspect="1"/>
          </p:cNvPicPr>
          <p:nvPr/>
        </p:nvPicPr>
        <p:blipFill>
          <a:blip r:embed="rId3">
            <a:lum/>
            <a:alphaModFix/>
          </a:blip>
          <a:srcRect/>
          <a:stretch>
            <a:fillRect/>
          </a:stretch>
        </p:blipFill>
        <p:spPr>
          <a:xfrm>
            <a:off x="4571640" y="3183480"/>
            <a:ext cx="4533480" cy="1666439"/>
          </a:xfrm>
          <a:prstGeom prst="rect">
            <a:avLst/>
          </a:prstGeom>
          <a:noFill/>
          <a:ln>
            <a:noFill/>
          </a:ln>
        </p:spPr>
      </p:pic>
      <p:sp>
        <p:nvSpPr>
          <p:cNvPr id="4" name="TextBox 3">
            <a:extLst>
              <a:ext uri="{FF2B5EF4-FFF2-40B4-BE49-F238E27FC236}">
                <a16:creationId xmlns:a16="http://schemas.microsoft.com/office/drawing/2014/main" id="{F729D282-69F0-82D3-FD38-F0A0B82963EA}"/>
              </a:ext>
            </a:extLst>
          </p:cNvPr>
          <p:cNvSpPr txBox="1"/>
          <p:nvPr/>
        </p:nvSpPr>
        <p:spPr>
          <a:xfrm>
            <a:off x="276840" y="2038679"/>
            <a:ext cx="1828800" cy="11617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Koeficijent emisije:</a:t>
            </a:r>
          </a:p>
        </p:txBody>
      </p:sp>
      <p:sp>
        <p:nvSpPr>
          <p:cNvPr id="5" name="TextBox 4">
            <a:extLst>
              <a:ext uri="{FF2B5EF4-FFF2-40B4-BE49-F238E27FC236}">
                <a16:creationId xmlns:a16="http://schemas.microsoft.com/office/drawing/2014/main" id="{9DBED057-B778-48F8-CBE6-6665886F7DFC}"/>
              </a:ext>
            </a:extLst>
          </p:cNvPr>
          <p:cNvSpPr txBox="1"/>
          <p:nvPr/>
        </p:nvSpPr>
        <p:spPr>
          <a:xfrm>
            <a:off x="457200" y="3429000"/>
            <a:ext cx="1956816" cy="1732097"/>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Koncentracija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atoma</a:t>
            </a:r>
            <a:r>
              <a:rPr lang="en-US" sz="1800" b="0" i="0" u="none" strike="noStrike" kern="1200" cap="none" dirty="0">
                <a:ln>
                  <a:noFill/>
                </a:ln>
                <a:latin typeface="Rubik Light" pitchFamily="18"/>
                <a:ea typeface="Microsoft YaHei" pitchFamily="2"/>
                <a:cs typeface="Arial" pitchFamily="2"/>
              </a:rPr>
              <a:t> u </a:t>
            </a:r>
            <a:r>
              <a:rPr lang="en-US" sz="1800" b="0" i="0" u="none" strike="noStrike" kern="1200" cap="none" dirty="0" err="1">
                <a:ln>
                  <a:noFill/>
                </a:ln>
                <a:latin typeface="Rubik Light" pitchFamily="18"/>
                <a:ea typeface="Microsoft YaHei" pitchFamily="2"/>
                <a:cs typeface="Arial" pitchFamily="2"/>
              </a:rPr>
              <a:t>ekscitovanom</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stanju</a:t>
            </a:r>
            <a:r>
              <a:rPr lang="en-US" sz="1800" b="0" i="0" u="none" strike="noStrike" kern="1200" cap="none" dirty="0">
                <a:ln>
                  <a:noFill/>
                </a:ln>
                <a:latin typeface="Rubik Light" pitchFamily="18"/>
                <a:ea typeface="Microsoft YaHei" pitchFamily="2"/>
                <a:cs typeface="Arial" pitchFamily="2"/>
              </a:rPr>
              <a:t> – </a:t>
            </a:r>
            <a:r>
              <a:rPr lang="en-US" sz="1800" b="0" i="0" u="none" strike="noStrike" kern="1200" cap="none" dirty="0" err="1">
                <a:ln>
                  <a:noFill/>
                </a:ln>
                <a:latin typeface="Rubik Light" pitchFamily="18"/>
                <a:ea typeface="Microsoft YaHei" pitchFamily="2"/>
                <a:cs typeface="Arial" pitchFamily="2"/>
              </a:rPr>
              <a:t>koliko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emitera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imamo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raspolaganju</a:t>
            </a:r>
            <a:endParaRPr lang="en-US" sz="1800" b="0" i="0" u="none" strike="noStrike" kern="1200" cap="none" dirty="0">
              <a:ln>
                <a:noFill/>
              </a:ln>
              <a:latin typeface="Rubik Light" pitchFamily="18"/>
              <a:ea typeface="Microsoft YaHei" pitchFamily="2"/>
              <a:cs typeface="Arial" pitchFamily="2"/>
            </a:endParaRPr>
          </a:p>
        </p:txBody>
      </p:sp>
      <p:sp>
        <p:nvSpPr>
          <p:cNvPr id="6" name="Straight Connector 5">
            <a:extLst>
              <a:ext uri="{FF2B5EF4-FFF2-40B4-BE49-F238E27FC236}">
                <a16:creationId xmlns:a16="http://schemas.microsoft.com/office/drawing/2014/main" id="{62455337-CAAD-EFB9-5437-4B106C7C48F4}"/>
              </a:ext>
            </a:extLst>
          </p:cNvPr>
          <p:cNvSpPr/>
          <p:nvPr/>
        </p:nvSpPr>
        <p:spPr>
          <a:xfrm>
            <a:off x="1828800" y="2406600"/>
            <a:ext cx="2743200" cy="12510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7" name="Straight Connector 6">
            <a:extLst>
              <a:ext uri="{FF2B5EF4-FFF2-40B4-BE49-F238E27FC236}">
                <a16:creationId xmlns:a16="http://schemas.microsoft.com/office/drawing/2014/main" id="{9EA0D1A6-4AE5-CCB9-CA43-EE5B74C356A2}"/>
              </a:ext>
            </a:extLst>
          </p:cNvPr>
          <p:cNvSpPr/>
          <p:nvPr/>
        </p:nvSpPr>
        <p:spPr>
          <a:xfrm flipV="1">
            <a:off x="2214000" y="3693600"/>
            <a:ext cx="3200400" cy="6858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Straight Connector 7">
            <a:extLst>
              <a:ext uri="{FF2B5EF4-FFF2-40B4-BE49-F238E27FC236}">
                <a16:creationId xmlns:a16="http://schemas.microsoft.com/office/drawing/2014/main" id="{7F55BD90-9FE7-005B-AFC0-F4D6B56B6B98}"/>
              </a:ext>
            </a:extLst>
          </p:cNvPr>
          <p:cNvSpPr/>
          <p:nvPr/>
        </p:nvSpPr>
        <p:spPr>
          <a:xfrm flipH="1">
            <a:off x="7305119" y="2971800"/>
            <a:ext cx="23868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9" name="Straight Connector 8">
            <a:extLst>
              <a:ext uri="{FF2B5EF4-FFF2-40B4-BE49-F238E27FC236}">
                <a16:creationId xmlns:a16="http://schemas.microsoft.com/office/drawing/2014/main" id="{EDF6DEB2-8ABC-84CB-4C5C-FCCEC551BB27}"/>
              </a:ext>
            </a:extLst>
          </p:cNvPr>
          <p:cNvSpPr/>
          <p:nvPr/>
        </p:nvSpPr>
        <p:spPr>
          <a:xfrm flipH="1">
            <a:off x="6123600" y="2103480"/>
            <a:ext cx="457199" cy="125352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pic>
        <p:nvPicPr>
          <p:cNvPr id="10" name="">
            <a:extLst>
              <a:ext uri="{FF2B5EF4-FFF2-40B4-BE49-F238E27FC236}">
                <a16:creationId xmlns:a16="http://schemas.microsoft.com/office/drawing/2014/main" id="{340ECC9A-D39E-0729-0FDE-6A1C8F92A041}"/>
              </a:ext>
            </a:extLst>
          </p:cNvPr>
          <p:cNvPicPr>
            <a:picLocks noChangeAspect="1"/>
          </p:cNvPicPr>
          <p:nvPr/>
        </p:nvPicPr>
        <p:blipFill>
          <a:blip r:embed="rId4">
            <a:lum/>
            <a:alphaModFix/>
          </a:blip>
          <a:srcRect/>
          <a:stretch>
            <a:fillRect/>
          </a:stretch>
        </p:blipFill>
        <p:spPr>
          <a:xfrm>
            <a:off x="228600" y="1209960"/>
            <a:ext cx="5019480" cy="847439"/>
          </a:xfrm>
          <a:prstGeom prst="rect">
            <a:avLst/>
          </a:prstGeom>
          <a:noFill/>
          <a:ln>
            <a:noFill/>
          </a:ln>
        </p:spPr>
      </p:pic>
      <p:sp>
        <p:nvSpPr>
          <p:cNvPr id="11" name="TextBox 10">
            <a:extLst>
              <a:ext uri="{FF2B5EF4-FFF2-40B4-BE49-F238E27FC236}">
                <a16:creationId xmlns:a16="http://schemas.microsoft.com/office/drawing/2014/main" id="{83B8099C-D42E-7C41-EF94-EDB027779E6B}"/>
              </a:ext>
            </a:extLst>
          </p:cNvPr>
          <p:cNvSpPr txBox="1"/>
          <p:nvPr/>
        </p:nvSpPr>
        <p:spPr>
          <a:xfrm>
            <a:off x="6629400" y="709920"/>
            <a:ext cx="3171210" cy="145856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Einsteinov</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koeficijent</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spontane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emisije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opisuje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koliko</a:t>
            </a:r>
            <a:r>
              <a:rPr lang="en-US" sz="1800" b="0" i="0" u="none" strike="noStrike" kern="1200" cap="none" dirty="0">
                <a:ln>
                  <a:noFill/>
                </a:ln>
                <a:latin typeface="Rubik Light" pitchFamily="18"/>
                <a:ea typeface="Microsoft YaHei" pitchFamily="2"/>
                <a:cs typeface="Arial" pitchFamily="2"/>
              </a:rPr>
              <a:t> je </a:t>
            </a:r>
            <a:r>
              <a:rPr lang="en-US" sz="1800" b="0" i="0" u="none" strike="noStrike" kern="1200" cap="none" dirty="0" err="1">
                <a:ln>
                  <a:noFill/>
                </a:ln>
                <a:latin typeface="Rubik Light" pitchFamily="18"/>
                <a:ea typeface="Microsoft YaHei" pitchFamily="2"/>
                <a:cs typeface="Arial" pitchFamily="2"/>
              </a:rPr>
              <a:t>emisija”efikasna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tj</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koliko</a:t>
            </a:r>
            <a:r>
              <a:rPr lang="en-US" sz="1800" b="0" i="0" u="none" strike="noStrike" kern="1200" cap="none" dirty="0">
                <a:ln>
                  <a:noFill/>
                </a:ln>
                <a:latin typeface="Rubik Light" pitchFamily="18"/>
                <a:ea typeface="Microsoft YaHei" pitchFamily="2"/>
                <a:cs typeface="Arial" pitchFamily="2"/>
              </a:rPr>
              <a:t> se </a:t>
            </a:r>
            <a:r>
              <a:rPr lang="en-US" sz="1800" b="0" i="0" u="none" strike="noStrike" kern="1200" cap="none" dirty="0" err="1">
                <a:ln>
                  <a:noFill/>
                </a:ln>
                <a:latin typeface="Rubik Light" pitchFamily="18"/>
                <a:ea typeface="Microsoft YaHei" pitchFamily="2"/>
                <a:cs typeface="Arial" pitchFamily="2"/>
              </a:rPr>
              <a:t>često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dešava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jedinica</a:t>
            </a:r>
            <a:r>
              <a:rPr lang="en-US" sz="1800" b="0" i="0" u="none" strike="noStrike" kern="1200" cap="none" dirty="0">
                <a:ln>
                  <a:noFill/>
                </a:ln>
                <a:latin typeface="Rubik Light" pitchFamily="18"/>
                <a:ea typeface="Microsoft YaHei" pitchFamily="2"/>
                <a:cs typeface="Arial" pitchFamily="2"/>
              </a:rPr>
              <a:t> - Hz)</a:t>
            </a:r>
          </a:p>
        </p:txBody>
      </p:sp>
      <p:sp>
        <p:nvSpPr>
          <p:cNvPr id="12" name="TextBox 11">
            <a:extLst>
              <a:ext uri="{FF2B5EF4-FFF2-40B4-BE49-F238E27FC236}">
                <a16:creationId xmlns:a16="http://schemas.microsoft.com/office/drawing/2014/main" id="{59402EB9-A0A4-F592-839B-50ED636FED24}"/>
              </a:ext>
            </a:extLst>
          </p:cNvPr>
          <p:cNvSpPr txBox="1"/>
          <p:nvPr/>
        </p:nvSpPr>
        <p:spPr>
          <a:xfrm>
            <a:off x="7592039" y="2286360"/>
            <a:ext cx="1721879" cy="117612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Apsorpcioni</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profil</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opisuje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zavisnost</a:t>
            </a:r>
            <a:r>
              <a:rPr lang="en-US" sz="1800" b="0" i="0" u="none" strike="noStrike" kern="1200" cap="none" dirty="0">
                <a:ln>
                  <a:noFill/>
                </a:ln>
                <a:latin typeface="Rubik Light" pitchFamily="18"/>
                <a:ea typeface="Microsoft YaHei" pitchFamily="2"/>
                <a:cs typeface="Arial" pitchFamily="2"/>
              </a:rPr>
              <a:t> od </a:t>
            </a:r>
            <a:r>
              <a:rPr lang="en-US" sz="1800" b="0" i="0" u="none" strike="noStrike" kern="1200" cap="none" dirty="0" err="1">
                <a:ln>
                  <a:noFill/>
                </a:ln>
                <a:latin typeface="Rubik Light" pitchFamily="18"/>
                <a:ea typeface="Microsoft YaHei" pitchFamily="2"/>
                <a:cs typeface="Arial" pitchFamily="2"/>
              </a:rPr>
              <a:t>talasne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dužine</a:t>
            </a:r>
            <a:endParaRPr lang="en-US" sz="1800" b="0" i="0" u="none" strike="noStrike" kern="1200" cap="none" dirty="0">
              <a:ln>
                <a:noFill/>
              </a:ln>
              <a:latin typeface="Rubik Light" pitchFamily="18"/>
              <a:ea typeface="Microsoft YaHei" pitchFamily="2"/>
              <a:cs typeface="Arial" pitchFamily="2"/>
            </a:endParaRPr>
          </a:p>
        </p:txBody>
      </p:sp>
      <p:sp>
        <p:nvSpPr>
          <p:cNvPr id="13" name="TextBox 12">
            <a:extLst>
              <a:ext uri="{FF2B5EF4-FFF2-40B4-BE49-F238E27FC236}">
                <a16:creationId xmlns:a16="http://schemas.microsoft.com/office/drawing/2014/main" id="{61B0B939-E241-8A19-7E7B-97CB88D51122}"/>
              </a:ext>
            </a:extLst>
          </p:cNvPr>
          <p:cNvSpPr txBox="1"/>
          <p:nvPr/>
        </p:nvSpPr>
        <p:spPr>
          <a:xfrm>
            <a:off x="4114800" y="2286000"/>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Energija jednog fotona</a:t>
            </a:r>
          </a:p>
        </p:txBody>
      </p:sp>
      <p:sp>
        <p:nvSpPr>
          <p:cNvPr id="14" name="Straight Connector 13">
            <a:extLst>
              <a:ext uri="{FF2B5EF4-FFF2-40B4-BE49-F238E27FC236}">
                <a16:creationId xmlns:a16="http://schemas.microsoft.com/office/drawing/2014/main" id="{ABFFC344-D477-4F37-9437-40B90BC0DE45}"/>
              </a:ext>
            </a:extLst>
          </p:cNvPr>
          <p:cNvSpPr/>
          <p:nvPr/>
        </p:nvSpPr>
        <p:spPr>
          <a:xfrm>
            <a:off x="5257800" y="2971800"/>
            <a:ext cx="1142999" cy="385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5" name="TextBox 14">
            <a:extLst>
              <a:ext uri="{FF2B5EF4-FFF2-40B4-BE49-F238E27FC236}">
                <a16:creationId xmlns:a16="http://schemas.microsoft.com/office/drawing/2014/main" id="{52E42C50-1EEA-A101-A44E-8EF464D1B4CC}"/>
              </a:ext>
            </a:extLst>
          </p:cNvPr>
          <p:cNvSpPr txBox="1"/>
          <p:nvPr/>
        </p:nvSpPr>
        <p:spPr>
          <a:xfrm>
            <a:off x="3886200" y="4800600"/>
            <a:ext cx="178056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Izotropna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emisija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delimo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sa</a:t>
            </a:r>
            <a:r>
              <a:rPr lang="en-US" sz="1800" b="0" i="0" u="none" strike="noStrike" kern="1200" cap="none" dirty="0">
                <a:ln>
                  <a:noFill/>
                </a:ln>
                <a:latin typeface="Rubik Light" pitchFamily="18"/>
                <a:ea typeface="Microsoft YaHei" pitchFamily="2"/>
                <a:cs typeface="Arial" pitchFamily="2"/>
              </a:rPr>
              <a:t> 4 pi</a:t>
            </a:r>
          </a:p>
        </p:txBody>
      </p:sp>
      <p:sp>
        <p:nvSpPr>
          <p:cNvPr id="16" name="Straight Connector 15">
            <a:extLst>
              <a:ext uri="{FF2B5EF4-FFF2-40B4-BE49-F238E27FC236}">
                <a16:creationId xmlns:a16="http://schemas.microsoft.com/office/drawing/2014/main" id="{AA9A4DB1-BDEC-6AC2-3D58-D99331331D18}"/>
              </a:ext>
            </a:extLst>
          </p:cNvPr>
          <p:cNvSpPr/>
          <p:nvPr/>
        </p:nvSpPr>
        <p:spPr>
          <a:xfrm flipV="1">
            <a:off x="5257800" y="4114800"/>
            <a:ext cx="1371600" cy="9144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D3275-CA38-A841-E3F4-B61FD1001FB8}"/>
              </a:ext>
            </a:extLst>
          </p:cNvPr>
          <p:cNvSpPr txBox="1">
            <a:spLocks noGrp="1"/>
          </p:cNvSpPr>
          <p:nvPr>
            <p:ph type="title" idx="4294967295"/>
          </p:nvPr>
        </p:nvSpPr>
        <p:spPr/>
        <p:txBody>
          <a:bodyPr vert="horz">
            <a:spAutoFit/>
          </a:bodyPr>
          <a:lstStyle/>
          <a:p>
            <a:pPr lvl="0"/>
            <a:r>
              <a:rPr lang="en-US"/>
              <a:t>Ukupan koeficijent apsorpcije</a:t>
            </a:r>
          </a:p>
        </p:txBody>
      </p:sp>
      <p:sp>
        <p:nvSpPr>
          <p:cNvPr id="3" name="Text Placeholder 2">
            <a:extLst>
              <a:ext uri="{FF2B5EF4-FFF2-40B4-BE49-F238E27FC236}">
                <a16:creationId xmlns:a16="http://schemas.microsoft.com/office/drawing/2014/main" id="{C3EFA601-0439-B7CD-BC67-D648197A06E9}"/>
              </a:ext>
            </a:extLst>
          </p:cNvPr>
          <p:cNvSpPr txBox="1">
            <a:spLocks noGrp="1"/>
          </p:cNvSpPr>
          <p:nvPr>
            <p:ph type="body" idx="4294967295"/>
          </p:nvPr>
        </p:nvSpPr>
        <p:spPr/>
        <p:txBody>
          <a:bodyPr/>
          <a:lstStyle/>
          <a:p>
            <a:pPr lvl="0">
              <a:spcBef>
                <a:spcPts val="0"/>
              </a:spcBef>
              <a:spcAft>
                <a:spcPts val="1582"/>
              </a:spcAft>
            </a:pPr>
            <a:r>
              <a:rPr lang="en-US" dirty="0"/>
              <a:t>U </a:t>
            </a:r>
            <a:r>
              <a:rPr lang="en-US" dirty="0" err="1"/>
              <a:t>odnosu</a:t>
            </a:r>
            <a:r>
              <a:rPr lang="en-US" dirty="0"/>
              <a:t> </a:t>
            </a:r>
            <a:r>
              <a:rPr lang="en-US" dirty="0" err="1"/>
              <a:t>na</a:t>
            </a:r>
            <a:r>
              <a:rPr lang="en-US" dirty="0"/>
              <a:t> </a:t>
            </a:r>
            <a:r>
              <a:rPr lang="en-US" dirty="0" err="1"/>
              <a:t>spektralnu</a:t>
            </a:r>
            <a:r>
              <a:rPr lang="en-US" dirty="0"/>
              <a:t> </a:t>
            </a:r>
            <a:r>
              <a:rPr lang="en-US" dirty="0" err="1"/>
              <a:t>liniju</a:t>
            </a:r>
            <a:r>
              <a:rPr lang="en-US" dirty="0"/>
              <a:t>, </a:t>
            </a:r>
            <a:r>
              <a:rPr lang="en-US" dirty="0" err="1"/>
              <a:t>apsorpcija</a:t>
            </a:r>
            <a:r>
              <a:rPr lang="en-US" dirty="0"/>
              <a:t> u </a:t>
            </a:r>
            <a:r>
              <a:rPr lang="en-US" dirty="0" err="1"/>
              <a:t>kontinuumu</a:t>
            </a:r>
            <a:r>
              <a:rPr lang="en-US" dirty="0"/>
              <a:t> ne </a:t>
            </a:r>
            <a:r>
              <a:rPr lang="en-US" dirty="0" err="1"/>
              <a:t>zavisi</a:t>
            </a:r>
            <a:r>
              <a:rPr lang="en-US" dirty="0"/>
              <a:t> od </a:t>
            </a:r>
            <a:r>
              <a:rPr lang="en-US" dirty="0" err="1"/>
              <a:t>talasne</a:t>
            </a:r>
            <a:r>
              <a:rPr lang="en-US" dirty="0"/>
              <a:t> </a:t>
            </a:r>
            <a:r>
              <a:rPr lang="en-US" dirty="0" err="1"/>
              <a:t>dužine</a:t>
            </a:r>
            <a:r>
              <a:rPr lang="en-US" dirty="0"/>
              <a:t>.</a:t>
            </a:r>
          </a:p>
          <a:p>
            <a:pPr lvl="0">
              <a:spcBef>
                <a:spcPts val="0"/>
              </a:spcBef>
              <a:spcAft>
                <a:spcPts val="1582"/>
              </a:spcAft>
            </a:pPr>
            <a:r>
              <a:rPr lang="en-US" b="1" dirty="0"/>
              <a:t>Treba </a:t>
            </a:r>
            <a:r>
              <a:rPr lang="en-US" dirty="0"/>
              <a:t>da  je </a:t>
            </a:r>
            <a:r>
              <a:rPr lang="en-US" dirty="0" err="1"/>
              <a:t>uzmemo</a:t>
            </a:r>
            <a:r>
              <a:rPr lang="en-US" dirty="0"/>
              <a:t> u </a:t>
            </a:r>
            <a:r>
              <a:rPr lang="en-US" dirty="0" err="1"/>
              <a:t>obzir</a:t>
            </a:r>
            <a:r>
              <a:rPr lang="en-US" dirty="0"/>
              <a:t>: </a:t>
            </a:r>
            <a:r>
              <a:rPr lang="en-US" dirty="0" err="1"/>
              <a:t>apsorpcioni</a:t>
            </a:r>
            <a:r>
              <a:rPr lang="en-US" dirty="0"/>
              <a:t> </a:t>
            </a:r>
            <a:r>
              <a:rPr lang="en-US" dirty="0" err="1"/>
              <a:t>profil</a:t>
            </a:r>
            <a:r>
              <a:rPr lang="en-US" dirty="0"/>
              <a:t> u </a:t>
            </a:r>
            <a:r>
              <a:rPr lang="en-US" dirty="0" err="1"/>
              <a:t>jednom</a:t>
            </a:r>
            <a:r>
              <a:rPr lang="en-US" dirty="0"/>
              <a:t> </a:t>
            </a:r>
            <a:r>
              <a:rPr lang="en-US" dirty="0" err="1"/>
              <a:t>trenutku</a:t>
            </a:r>
            <a:r>
              <a:rPr lang="en-US" dirty="0"/>
              <a:t> </a:t>
            </a:r>
            <a:r>
              <a:rPr lang="en-US" dirty="0" err="1"/>
              <a:t>opadne</a:t>
            </a:r>
            <a:r>
              <a:rPr lang="en-US" dirty="0"/>
              <a:t> </a:t>
            </a:r>
            <a:r>
              <a:rPr lang="en-US" dirty="0" err="1"/>
              <a:t>na</a:t>
            </a:r>
            <a:r>
              <a:rPr lang="en-US" dirty="0"/>
              <a:t> </a:t>
            </a:r>
            <a:r>
              <a:rPr lang="en-US" dirty="0" err="1"/>
              <a:t>nulu</a:t>
            </a:r>
            <a:r>
              <a:rPr lang="en-US" dirty="0"/>
              <a:t>, bez </a:t>
            </a:r>
            <a:r>
              <a:rPr lang="en-US" dirty="0" err="1"/>
              <a:t>obzira</a:t>
            </a:r>
            <a:r>
              <a:rPr lang="en-US" dirty="0"/>
              <a:t> </a:t>
            </a:r>
            <a:r>
              <a:rPr lang="en-US" dirty="0" err="1"/>
              <a:t>koliko</a:t>
            </a:r>
            <a:r>
              <a:rPr lang="en-US" dirty="0"/>
              <a:t> je </a:t>
            </a:r>
            <a:r>
              <a:rPr lang="en-US" dirty="0" err="1"/>
              <a:t>linija</a:t>
            </a:r>
            <a:r>
              <a:rPr lang="en-US" dirty="0"/>
              <a:t> </a:t>
            </a:r>
            <a:r>
              <a:rPr lang="en-US" dirty="0" err="1"/>
              <a:t>jaka</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a:p>
            <a:pPr lvl="0">
              <a:spcBef>
                <a:spcPts val="0"/>
              </a:spcBef>
              <a:spcAft>
                <a:spcPts val="1582"/>
              </a:spcAft>
            </a:pPr>
            <a:r>
              <a:rPr lang="en-US" dirty="0" err="1"/>
              <a:t>Podsetnik</a:t>
            </a:r>
            <a:r>
              <a:rPr lang="en-US" dirty="0"/>
              <a:t>: </a:t>
            </a:r>
            <a:r>
              <a:rPr lang="en-US" dirty="0" err="1"/>
              <a:t>Računanje</a:t>
            </a:r>
            <a:r>
              <a:rPr lang="en-US" dirty="0"/>
              <a:t> </a:t>
            </a:r>
            <a:r>
              <a:rPr lang="en-US" dirty="0" err="1"/>
              <a:t>neprozračnosti</a:t>
            </a:r>
            <a:r>
              <a:rPr lang="en-US" dirty="0"/>
              <a:t> </a:t>
            </a:r>
            <a:r>
              <a:rPr lang="en-US" dirty="0" err="1"/>
              <a:t>zahteva</a:t>
            </a:r>
            <a:r>
              <a:rPr lang="en-US" dirty="0"/>
              <a:t> da </a:t>
            </a:r>
            <a:r>
              <a:rPr lang="en-US" dirty="0" err="1"/>
              <a:t>rešimo</a:t>
            </a:r>
            <a:r>
              <a:rPr lang="en-US" dirty="0"/>
              <a:t> </a:t>
            </a:r>
            <a:r>
              <a:rPr lang="en-US" dirty="0" err="1"/>
              <a:t>jednačinu</a:t>
            </a:r>
            <a:r>
              <a:rPr lang="en-US" dirty="0"/>
              <a:t> </a:t>
            </a:r>
            <a:r>
              <a:rPr lang="en-US" dirty="0" err="1"/>
              <a:t>stanja</a:t>
            </a:r>
            <a:r>
              <a:rPr lang="en-US" dirty="0"/>
              <a:t>, </a:t>
            </a:r>
            <a:r>
              <a:rPr lang="en-US" dirty="0" err="1"/>
              <a:t>tj</a:t>
            </a:r>
            <a:r>
              <a:rPr lang="en-US" dirty="0"/>
              <a:t> </a:t>
            </a:r>
            <a:r>
              <a:rPr lang="en-US" dirty="0" err="1"/>
              <a:t>hemijske</a:t>
            </a:r>
            <a:r>
              <a:rPr lang="en-US" dirty="0"/>
              <a:t> </a:t>
            </a:r>
            <a:r>
              <a:rPr lang="en-US" dirty="0" err="1"/>
              <a:t>ravnoteže</a:t>
            </a:r>
            <a:r>
              <a:rPr lang="en-US" dirty="0"/>
              <a:t>, da </a:t>
            </a:r>
            <a:r>
              <a:rPr lang="en-US" dirty="0" err="1"/>
              <a:t>dobijemo</a:t>
            </a:r>
            <a:r>
              <a:rPr lang="en-US" dirty="0"/>
              <a:t> </a:t>
            </a:r>
            <a:r>
              <a:rPr lang="en-US" dirty="0" err="1"/>
              <a:t>koncentracije</a:t>
            </a:r>
            <a:r>
              <a:rPr lang="en-US" dirty="0"/>
              <a:t> </a:t>
            </a:r>
            <a:r>
              <a:rPr lang="en-US" dirty="0" err="1"/>
              <a:t>apsorpbera</a:t>
            </a:r>
            <a:r>
              <a:rPr lang="en-US" dirty="0"/>
              <a:t> (</a:t>
            </a:r>
            <a:r>
              <a:rPr lang="en-US" dirty="0" err="1"/>
              <a:t>i</a:t>
            </a:r>
            <a:r>
              <a:rPr lang="en-US" dirty="0"/>
              <a:t> </a:t>
            </a:r>
            <a:r>
              <a:rPr lang="en-US" dirty="0" err="1"/>
              <a:t>emitera</a:t>
            </a:r>
            <a:r>
              <a:rPr lang="en-US" dirty="0"/>
              <a:t>)</a:t>
            </a:r>
          </a:p>
          <a:p>
            <a:pPr lvl="0">
              <a:spcBef>
                <a:spcPts val="0"/>
              </a:spcBef>
              <a:spcAft>
                <a:spcPts val="1582"/>
              </a:spcAft>
            </a:pPr>
            <a:endParaRPr lang="en-US" dirty="0"/>
          </a:p>
        </p:txBody>
      </p:sp>
      <p:pic>
        <p:nvPicPr>
          <p:cNvPr id="4" name="">
            <a:extLst>
              <a:ext uri="{FF2B5EF4-FFF2-40B4-BE49-F238E27FC236}">
                <a16:creationId xmlns:a16="http://schemas.microsoft.com/office/drawing/2014/main" id="{734DFFAD-32B1-22BE-F740-9F2AE0719C20}"/>
              </a:ext>
            </a:extLst>
          </p:cNvPr>
          <p:cNvPicPr>
            <a:picLocks noChangeAspect="1"/>
          </p:cNvPicPr>
          <p:nvPr/>
        </p:nvPicPr>
        <p:blipFill>
          <a:blip r:embed="rId3">
            <a:lum/>
            <a:alphaModFix/>
          </a:blip>
          <a:srcRect/>
          <a:stretch>
            <a:fillRect/>
          </a:stretch>
        </p:blipFill>
        <p:spPr>
          <a:xfrm>
            <a:off x="3838320" y="2624040"/>
            <a:ext cx="2400119" cy="409320"/>
          </a:xfrm>
          <a:prstGeom prst="rect">
            <a:avLst/>
          </a:prstGeom>
          <a:noFill/>
          <a:ln>
            <a:noFill/>
          </a:ln>
        </p:spPr>
      </p:pic>
      <p:sp>
        <p:nvSpPr>
          <p:cNvPr id="5" name="TextBox 4">
            <a:extLst>
              <a:ext uri="{FF2B5EF4-FFF2-40B4-BE49-F238E27FC236}">
                <a16:creationId xmlns:a16="http://schemas.microsoft.com/office/drawing/2014/main" id="{62902F49-B0A7-B836-E326-BCF15BAAAD39}"/>
              </a:ext>
            </a:extLst>
          </p:cNvPr>
          <p:cNvSpPr txBox="1"/>
          <p:nvPr/>
        </p:nvSpPr>
        <p:spPr>
          <a:xfrm>
            <a:off x="2743199" y="3200400"/>
            <a:ext cx="1828800" cy="685799"/>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Ukupna neprozračnost</a:t>
            </a:r>
          </a:p>
        </p:txBody>
      </p:sp>
      <p:sp>
        <p:nvSpPr>
          <p:cNvPr id="6" name="TextBox 5">
            <a:extLst>
              <a:ext uri="{FF2B5EF4-FFF2-40B4-BE49-F238E27FC236}">
                <a16:creationId xmlns:a16="http://schemas.microsoft.com/office/drawing/2014/main" id="{6578F069-83C4-6F10-8D27-F3FDC676D66A}"/>
              </a:ext>
            </a:extLst>
          </p:cNvPr>
          <p:cNvSpPr txBox="1"/>
          <p:nvPr/>
        </p:nvSpPr>
        <p:spPr>
          <a:xfrm>
            <a:off x="4114800" y="2152800"/>
            <a:ext cx="1828800" cy="361799"/>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Kontinuum</a:t>
            </a:r>
          </a:p>
        </p:txBody>
      </p:sp>
      <p:sp>
        <p:nvSpPr>
          <p:cNvPr id="7" name="TextBox 6">
            <a:extLst>
              <a:ext uri="{FF2B5EF4-FFF2-40B4-BE49-F238E27FC236}">
                <a16:creationId xmlns:a16="http://schemas.microsoft.com/office/drawing/2014/main" id="{E798B8D0-6DDB-CF13-FEDF-96665CBF3C66}"/>
              </a:ext>
            </a:extLst>
          </p:cNvPr>
          <p:cNvSpPr txBox="1"/>
          <p:nvPr/>
        </p:nvSpPr>
        <p:spPr>
          <a:xfrm>
            <a:off x="5486399" y="3657600"/>
            <a:ext cx="1791717" cy="90468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Ukupna neprozračnost u liniji</a:t>
            </a:r>
          </a:p>
        </p:txBody>
      </p:sp>
      <p:sp>
        <p:nvSpPr>
          <p:cNvPr id="8" name="TextBox 7">
            <a:extLst>
              <a:ext uri="{FF2B5EF4-FFF2-40B4-BE49-F238E27FC236}">
                <a16:creationId xmlns:a16="http://schemas.microsoft.com/office/drawing/2014/main" id="{2983B87E-B8C8-2599-DD48-122AFD68E502}"/>
              </a:ext>
            </a:extLst>
          </p:cNvPr>
          <p:cNvSpPr txBox="1"/>
          <p:nvPr/>
        </p:nvSpPr>
        <p:spPr>
          <a:xfrm>
            <a:off x="7278116" y="2304079"/>
            <a:ext cx="2492648" cy="145856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Profil</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bezimendzioni</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Videćemo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sledeći</a:t>
            </a:r>
            <a:r>
              <a:rPr lang="en-US" sz="1800" b="0" i="0" u="none" strike="noStrike" kern="1200" cap="none" dirty="0">
                <a:ln>
                  <a:noFill/>
                </a:ln>
                <a:latin typeface="Rubik Light" pitchFamily="18"/>
                <a:ea typeface="Microsoft YaHei" pitchFamily="2"/>
                <a:cs typeface="Arial" pitchFamily="2"/>
              </a:rPr>
              <a:t> put </a:t>
            </a:r>
            <a:r>
              <a:rPr lang="en-US" sz="1800" b="0" i="0" u="none" strike="noStrike" kern="1200" cap="none" dirty="0" err="1">
                <a:ln>
                  <a:noFill/>
                </a:ln>
                <a:latin typeface="Rubik Light" pitchFamily="18"/>
                <a:ea typeface="Microsoft YaHei" pitchFamily="2"/>
                <a:cs typeface="Arial" pitchFamily="2"/>
              </a:rPr>
              <a:t>zašto</a:t>
            </a:r>
            <a:r>
              <a:rPr lang="en-US" sz="1800" b="0" i="0" u="none" strike="noStrike" kern="1200" cap="none" dirty="0">
                <a:ln>
                  <a:noFill/>
                </a:ln>
                <a:latin typeface="Rubik Light" pitchFamily="18"/>
                <a:ea typeface="Microsoft YaHei" pitchFamily="2"/>
                <a:cs typeface="Arial" pitchFamily="2"/>
              </a:rPr>
              <a:t>. Za </a:t>
            </a:r>
            <a:r>
              <a:rPr lang="en-US" sz="1800" b="0" i="0" u="none" strike="noStrike" kern="1200" cap="none" dirty="0" err="1">
                <a:ln>
                  <a:noFill/>
                </a:ln>
                <a:latin typeface="Rubik Light" pitchFamily="18"/>
                <a:ea typeface="Microsoft YaHei" pitchFamily="2"/>
                <a:cs typeface="Arial" pitchFamily="2"/>
              </a:rPr>
              <a:t>sada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recimo</a:t>
            </a:r>
            <a:r>
              <a:rPr lang="en-US" sz="1800" b="0" i="0" u="none" strike="noStrike" kern="1200" cap="none" dirty="0">
                <a:ln>
                  <a:noFill/>
                </a:ln>
                <a:latin typeface="Rubik Light" pitchFamily="18"/>
                <a:ea typeface="Microsoft YaHei" pitchFamily="2"/>
                <a:cs typeface="Arial" pitchFamily="2"/>
              </a:rPr>
              <a:t> da je to </a:t>
            </a:r>
            <a:r>
              <a:rPr lang="en-US" sz="1800" b="0" i="0" u="none" strike="noStrike" kern="1200" cap="none" dirty="0" err="1">
                <a:ln>
                  <a:noFill/>
                </a:ln>
                <a:latin typeface="Rubik Light" pitchFamily="18"/>
                <a:ea typeface="Microsoft YaHei" pitchFamily="2"/>
                <a:cs typeface="Arial" pitchFamily="2"/>
              </a:rPr>
              <a:t>tako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jer</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želimo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jednostavnije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jedinice</a:t>
            </a:r>
            <a:endParaRPr lang="en-US" sz="1800" b="0" i="0" u="none" strike="noStrike" kern="1200" cap="none" dirty="0">
              <a:ln>
                <a:noFill/>
              </a:ln>
              <a:latin typeface="Rubik Light" pitchFamily="18"/>
              <a:ea typeface="Microsoft YaHei" pitchFamily="2"/>
              <a:cs typeface="Arial" pitchFamily="2"/>
            </a:endParaRPr>
          </a:p>
        </p:txBody>
      </p:sp>
      <p:sp>
        <p:nvSpPr>
          <p:cNvPr id="9" name="Straight Connector 8">
            <a:extLst>
              <a:ext uri="{FF2B5EF4-FFF2-40B4-BE49-F238E27FC236}">
                <a16:creationId xmlns:a16="http://schemas.microsoft.com/office/drawing/2014/main" id="{CAFAF50E-4896-1DC3-CC22-E4232F7D0751}"/>
              </a:ext>
            </a:extLst>
          </p:cNvPr>
          <p:cNvSpPr/>
          <p:nvPr/>
        </p:nvSpPr>
        <p:spPr>
          <a:xfrm flipV="1">
            <a:off x="3886200" y="3033360"/>
            <a:ext cx="0" cy="39564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0" name="Straight Connector 9">
            <a:extLst>
              <a:ext uri="{FF2B5EF4-FFF2-40B4-BE49-F238E27FC236}">
                <a16:creationId xmlns:a16="http://schemas.microsoft.com/office/drawing/2014/main" id="{CD8395DE-7D2A-96DC-EE83-3D5CA5780C43}"/>
              </a:ext>
            </a:extLst>
          </p:cNvPr>
          <p:cNvSpPr/>
          <p:nvPr/>
        </p:nvSpPr>
        <p:spPr>
          <a:xfrm flipV="1">
            <a:off x="5715000" y="3200400"/>
            <a:ext cx="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1" name="Straight Connector 10">
            <a:extLst>
              <a:ext uri="{FF2B5EF4-FFF2-40B4-BE49-F238E27FC236}">
                <a16:creationId xmlns:a16="http://schemas.microsoft.com/office/drawing/2014/main" id="{3E61B5D5-76F1-FD8D-EC02-C2A353C9AE3D}"/>
              </a:ext>
            </a:extLst>
          </p:cNvPr>
          <p:cNvSpPr/>
          <p:nvPr/>
        </p:nvSpPr>
        <p:spPr>
          <a:xfrm flipH="1" flipV="1">
            <a:off x="6274439" y="2887200"/>
            <a:ext cx="812161" cy="846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5D598-21C9-A0C0-D1EE-C5F7155A32F1}"/>
              </a:ext>
            </a:extLst>
          </p:cNvPr>
          <p:cNvSpPr txBox="1">
            <a:spLocks noGrp="1"/>
          </p:cNvSpPr>
          <p:nvPr>
            <p:ph type="title" idx="4294967295"/>
          </p:nvPr>
        </p:nvSpPr>
        <p:spPr/>
        <p:txBody>
          <a:bodyPr vert="horz"/>
          <a:lstStyle/>
          <a:p>
            <a:pPr lvl="0"/>
            <a:r>
              <a:rPr lang="en-US"/>
              <a:t>Funkcija izvora u liniji</a:t>
            </a:r>
          </a:p>
        </p:txBody>
      </p:sp>
      <p:sp>
        <p:nvSpPr>
          <p:cNvPr id="3" name="Text Placeholder 2">
            <a:extLst>
              <a:ext uri="{FF2B5EF4-FFF2-40B4-BE49-F238E27FC236}">
                <a16:creationId xmlns:a16="http://schemas.microsoft.com/office/drawing/2014/main" id="{D8C729B8-8C8C-F500-1A42-92A96CC9D935}"/>
              </a:ext>
            </a:extLst>
          </p:cNvPr>
          <p:cNvSpPr txBox="1">
            <a:spLocks noGrp="1"/>
          </p:cNvSpPr>
          <p:nvPr>
            <p:ph type="body" idx="4294967295"/>
          </p:nvPr>
        </p:nvSpPr>
        <p:spPr/>
        <p:txBody>
          <a:bodyPr/>
          <a:lstStyle/>
          <a:p>
            <a:pPr lvl="0">
              <a:spcBef>
                <a:spcPts val="0"/>
              </a:spcBef>
              <a:spcAft>
                <a:spcPts val="1582"/>
              </a:spcAft>
            </a:pPr>
            <a:r>
              <a:rPr lang="en-US"/>
              <a:t>Može se pokazati da:</a:t>
            </a:r>
            <a:br>
              <a:rPr lang="en-US"/>
            </a:br>
            <a:br>
              <a:rPr lang="en-US"/>
            </a:br>
            <a:br>
              <a:rPr lang="en-US"/>
            </a:br>
            <a:br>
              <a:rPr lang="en-US"/>
            </a:br>
            <a:endParaRPr lang="en-US"/>
          </a:p>
          <a:p>
            <a:pPr lvl="0">
              <a:spcBef>
                <a:spcPts val="0"/>
              </a:spcBef>
              <a:spcAft>
                <a:spcPts val="1582"/>
              </a:spcAft>
            </a:pPr>
            <a:r>
              <a:rPr lang="en-US"/>
              <a:t>U LTE ovo mora da bude jednako Plankovoj funkciji, pa:</a:t>
            </a:r>
            <a:br>
              <a:rPr lang="en-US"/>
            </a:br>
            <a:br>
              <a:rPr lang="en-US"/>
            </a:br>
            <a:br>
              <a:rPr lang="en-US"/>
            </a:br>
            <a:br>
              <a:rPr lang="en-US"/>
            </a:br>
            <a:br>
              <a:rPr lang="en-US"/>
            </a:br>
            <a:endParaRPr lang="en-US"/>
          </a:p>
          <a:p>
            <a:pPr lvl="0">
              <a:spcBef>
                <a:spcPts val="0"/>
              </a:spcBef>
              <a:spcAft>
                <a:spcPts val="1582"/>
              </a:spcAft>
            </a:pPr>
            <a:r>
              <a:rPr lang="en-US"/>
              <a:t>Ali odnosi izmedju konstanti važe uvek (zato su konstante), </a:t>
            </a:r>
            <a:br>
              <a:rPr lang="en-US"/>
            </a:br>
            <a:r>
              <a:rPr lang="en-US"/>
              <a:t>pa smo dobili:</a:t>
            </a:r>
          </a:p>
        </p:txBody>
      </p:sp>
      <p:pic>
        <p:nvPicPr>
          <p:cNvPr id="4" name="">
            <a:extLst>
              <a:ext uri="{FF2B5EF4-FFF2-40B4-BE49-F238E27FC236}">
                <a16:creationId xmlns:a16="http://schemas.microsoft.com/office/drawing/2014/main" id="{E014A37D-4862-A33C-0BFC-0267B1F20A5D}"/>
              </a:ext>
            </a:extLst>
          </p:cNvPr>
          <p:cNvPicPr>
            <a:picLocks noChangeAspect="1"/>
          </p:cNvPicPr>
          <p:nvPr/>
        </p:nvPicPr>
        <p:blipFill>
          <a:blip r:embed="rId3">
            <a:lum/>
            <a:alphaModFix/>
          </a:blip>
          <a:srcRect/>
          <a:stretch>
            <a:fillRect/>
          </a:stretch>
        </p:blipFill>
        <p:spPr>
          <a:xfrm>
            <a:off x="3889800" y="1229759"/>
            <a:ext cx="2296800" cy="712800"/>
          </a:xfrm>
          <a:prstGeom prst="rect">
            <a:avLst/>
          </a:prstGeom>
          <a:noFill/>
          <a:ln>
            <a:noFill/>
          </a:ln>
        </p:spPr>
      </p:pic>
      <p:pic>
        <p:nvPicPr>
          <p:cNvPr id="5" name="">
            <a:extLst>
              <a:ext uri="{FF2B5EF4-FFF2-40B4-BE49-F238E27FC236}">
                <a16:creationId xmlns:a16="http://schemas.microsoft.com/office/drawing/2014/main" id="{BE21F14A-73B6-644C-26F9-CA8B1099D4D0}"/>
              </a:ext>
            </a:extLst>
          </p:cNvPr>
          <p:cNvPicPr>
            <a:picLocks noChangeAspect="1"/>
          </p:cNvPicPr>
          <p:nvPr/>
        </p:nvPicPr>
        <p:blipFill>
          <a:blip r:embed="rId4">
            <a:lum/>
            <a:alphaModFix/>
          </a:blip>
          <a:srcRect/>
          <a:stretch>
            <a:fillRect/>
          </a:stretch>
        </p:blipFill>
        <p:spPr>
          <a:xfrm>
            <a:off x="2682000" y="3000960"/>
            <a:ext cx="4712400" cy="774000"/>
          </a:xfrm>
          <a:prstGeom prst="rect">
            <a:avLst/>
          </a:prstGeom>
          <a:noFill/>
          <a:ln>
            <a:noFill/>
          </a:ln>
        </p:spPr>
      </p:pic>
      <p:pic>
        <p:nvPicPr>
          <p:cNvPr id="6" name="">
            <a:extLst>
              <a:ext uri="{FF2B5EF4-FFF2-40B4-BE49-F238E27FC236}">
                <a16:creationId xmlns:a16="http://schemas.microsoft.com/office/drawing/2014/main" id="{D7B78607-5DED-9E71-89AF-129DD5A8BE15}"/>
              </a:ext>
            </a:extLst>
          </p:cNvPr>
          <p:cNvPicPr>
            <a:picLocks noChangeAspect="1"/>
          </p:cNvPicPr>
          <p:nvPr/>
        </p:nvPicPr>
        <p:blipFill>
          <a:blip r:embed="rId5">
            <a:lum/>
            <a:alphaModFix/>
          </a:blip>
          <a:srcRect/>
          <a:stretch>
            <a:fillRect/>
          </a:stretch>
        </p:blipFill>
        <p:spPr>
          <a:xfrm>
            <a:off x="7543799" y="3886200"/>
            <a:ext cx="1443600" cy="1565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65B06-99B5-ABC5-CD72-787E0081A048}"/>
              </a:ext>
            </a:extLst>
          </p:cNvPr>
          <p:cNvSpPr txBox="1">
            <a:spLocks noGrp="1"/>
          </p:cNvSpPr>
          <p:nvPr>
            <p:ph type="title" idx="4294967295"/>
          </p:nvPr>
        </p:nvSpPr>
        <p:spPr/>
        <p:txBody>
          <a:bodyPr vert="horz"/>
          <a:lstStyle/>
          <a:p>
            <a:pPr lvl="0"/>
            <a:r>
              <a:rPr lang="en-US"/>
              <a:t>Medjutim</a:t>
            </a:r>
          </a:p>
        </p:txBody>
      </p:sp>
      <p:sp>
        <p:nvSpPr>
          <p:cNvPr id="3" name="Text Placeholder 2">
            <a:extLst>
              <a:ext uri="{FF2B5EF4-FFF2-40B4-BE49-F238E27FC236}">
                <a16:creationId xmlns:a16="http://schemas.microsoft.com/office/drawing/2014/main" id="{A80B7FA5-F935-D9FF-5C41-C9044A3671A0}"/>
              </a:ext>
            </a:extLst>
          </p:cNvPr>
          <p:cNvSpPr txBox="1">
            <a:spLocks noGrp="1"/>
          </p:cNvSpPr>
          <p:nvPr>
            <p:ph type="body" idx="4294967295"/>
          </p:nvPr>
        </p:nvSpPr>
        <p:spPr/>
        <p:txBody>
          <a:bodyPr/>
          <a:lstStyle/>
          <a:p>
            <a:pPr lvl="0">
              <a:spcBef>
                <a:spcPts val="0"/>
              </a:spcBef>
              <a:spcAft>
                <a:spcPts val="1582"/>
              </a:spcAft>
            </a:pPr>
            <a:r>
              <a:rPr lang="en-US"/>
              <a:t>Funkcija izvora ne mora da bude u LTR</a:t>
            </a:r>
          </a:p>
          <a:p>
            <a:pPr lvl="0">
              <a:spcBef>
                <a:spcPts val="0"/>
              </a:spcBef>
              <a:spcAft>
                <a:spcPts val="1582"/>
              </a:spcAft>
            </a:pPr>
            <a:r>
              <a:rPr lang="en-US"/>
              <a:t>Generalno, materija ne mora da bude u LTR!</a:t>
            </a:r>
            <a:br>
              <a:rPr lang="en-US"/>
            </a:br>
            <a:br>
              <a:rPr lang="en-US"/>
            </a:br>
            <a:br>
              <a:rPr lang="en-US"/>
            </a:br>
            <a:br>
              <a:rPr lang="en-US"/>
            </a:br>
            <a:br>
              <a:rPr lang="en-US"/>
            </a:br>
            <a:br>
              <a:rPr lang="en-US"/>
            </a:br>
            <a:br>
              <a:rPr lang="en-US"/>
            </a:br>
            <a:endParaRPr lang="en-US"/>
          </a:p>
          <a:p>
            <a:pPr lvl="0">
              <a:spcBef>
                <a:spcPts val="0"/>
              </a:spcBef>
              <a:spcAft>
                <a:spcPts val="1582"/>
              </a:spcAft>
            </a:pPr>
            <a:r>
              <a:rPr lang="en-US"/>
              <a:t>Pretpostavimo da je donji nivo ovog prelaza osnovni nivo (ovo generalno ne mora da bude slučaj).</a:t>
            </a:r>
          </a:p>
          <a:p>
            <a:pPr lvl="0">
              <a:spcBef>
                <a:spcPts val="0"/>
              </a:spcBef>
              <a:spcAft>
                <a:spcPts val="1582"/>
              </a:spcAft>
            </a:pPr>
            <a:r>
              <a:rPr lang="en-US"/>
              <a:t>Koji nivo će lakše da odstupi od LTR?</a:t>
            </a:r>
          </a:p>
        </p:txBody>
      </p:sp>
      <p:pic>
        <p:nvPicPr>
          <p:cNvPr id="4" name="">
            <a:extLst>
              <a:ext uri="{FF2B5EF4-FFF2-40B4-BE49-F238E27FC236}">
                <a16:creationId xmlns:a16="http://schemas.microsoft.com/office/drawing/2014/main" id="{59AA2A8B-2B1D-CEE8-F618-7950967B3E17}"/>
              </a:ext>
            </a:extLst>
          </p:cNvPr>
          <p:cNvPicPr>
            <a:picLocks noChangeAspect="1"/>
          </p:cNvPicPr>
          <p:nvPr/>
        </p:nvPicPr>
        <p:blipFill>
          <a:blip r:embed="rId3">
            <a:lum/>
            <a:alphaModFix/>
          </a:blip>
          <a:srcRect/>
          <a:stretch>
            <a:fillRect/>
          </a:stretch>
        </p:blipFill>
        <p:spPr>
          <a:xfrm>
            <a:off x="3279600" y="2007000"/>
            <a:ext cx="3517200" cy="142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3046-6ADD-618E-DD56-4C2528A5E605}"/>
              </a:ext>
            </a:extLst>
          </p:cNvPr>
          <p:cNvSpPr txBox="1">
            <a:spLocks noGrp="1"/>
          </p:cNvSpPr>
          <p:nvPr>
            <p:ph type="title" idx="4294967295"/>
          </p:nvPr>
        </p:nvSpPr>
        <p:spPr/>
        <p:txBody>
          <a:bodyPr vert="horz">
            <a:spAutoFit/>
          </a:bodyPr>
          <a:lstStyle/>
          <a:p>
            <a:pPr lvl="0"/>
            <a:r>
              <a:rPr lang="en-US"/>
              <a:t>Odstupanje od LTR</a:t>
            </a:r>
          </a:p>
        </p:txBody>
      </p:sp>
      <p:sp>
        <p:nvSpPr>
          <p:cNvPr id="3" name="Text Placeholder 2">
            <a:extLst>
              <a:ext uri="{FF2B5EF4-FFF2-40B4-BE49-F238E27FC236}">
                <a16:creationId xmlns:a16="http://schemas.microsoft.com/office/drawing/2014/main" id="{409C298C-7720-BF49-EBC3-1B7B2A642C4E}"/>
              </a:ext>
            </a:extLst>
          </p:cNvPr>
          <p:cNvSpPr txBox="1">
            <a:spLocks noGrp="1"/>
          </p:cNvSpPr>
          <p:nvPr>
            <p:ph type="body" idx="4294967295"/>
          </p:nvPr>
        </p:nvSpPr>
        <p:spPr/>
        <p:txBody>
          <a:bodyPr/>
          <a:lstStyle/>
          <a:p>
            <a:pPr lvl="0">
              <a:spcBef>
                <a:spcPts val="0"/>
              </a:spcBef>
              <a:spcAft>
                <a:spcPts val="1582"/>
              </a:spcAft>
            </a:pPr>
            <a:r>
              <a:rPr lang="en-US" b="1" dirty="0"/>
              <a:t>Ne-LTR: </a:t>
            </a:r>
            <a:r>
              <a:rPr lang="en-US" dirty="0"/>
              <a:t>Bilo </a:t>
            </a:r>
            <a:r>
              <a:rPr lang="en-US" dirty="0" err="1"/>
              <a:t>koje</a:t>
            </a:r>
            <a:r>
              <a:rPr lang="en-US" dirty="0"/>
              <a:t> </a:t>
            </a:r>
            <a:r>
              <a:rPr lang="en-US" dirty="0" err="1"/>
              <a:t>odstupanje</a:t>
            </a:r>
            <a:r>
              <a:rPr lang="en-US" dirty="0"/>
              <a:t> od </a:t>
            </a:r>
            <a:r>
              <a:rPr lang="en-US" dirty="0" err="1"/>
              <a:t>lokalne</a:t>
            </a:r>
            <a:r>
              <a:rPr lang="en-US" dirty="0"/>
              <a:t> </a:t>
            </a:r>
            <a:r>
              <a:rPr lang="en-US" dirty="0" err="1"/>
              <a:t>termodinamičke</a:t>
            </a:r>
            <a:r>
              <a:rPr lang="en-US" dirty="0"/>
              <a:t> </a:t>
            </a:r>
            <a:r>
              <a:rPr lang="en-US" dirty="0" err="1"/>
              <a:t>ravnoteže</a:t>
            </a:r>
            <a:r>
              <a:rPr lang="en-US" dirty="0"/>
              <a:t>: </a:t>
            </a:r>
            <a:br>
              <a:rPr lang="en-US" dirty="0"/>
            </a:br>
            <a:br>
              <a:rPr lang="en-US" dirty="0"/>
            </a:br>
            <a:r>
              <a:rPr lang="en-US" dirty="0"/>
              <a:t>Od Sahine </a:t>
            </a:r>
            <a:r>
              <a:rPr lang="en-US" dirty="0" err="1"/>
              <a:t>Raspodele</a:t>
            </a:r>
            <a:r>
              <a:rPr lang="en-US" dirty="0"/>
              <a:t> </a:t>
            </a:r>
            <a:br>
              <a:rPr lang="en-US" dirty="0"/>
            </a:br>
            <a:br>
              <a:rPr lang="en-US" dirty="0"/>
            </a:br>
            <a:r>
              <a:rPr lang="en-US" dirty="0" err="1"/>
              <a:t>ili</a:t>
            </a:r>
            <a:br>
              <a:rPr lang="en-US" dirty="0"/>
            </a:br>
            <a:br>
              <a:rPr lang="en-US" dirty="0"/>
            </a:br>
            <a:r>
              <a:rPr lang="en-US" dirty="0"/>
              <a:t>Od </a:t>
            </a:r>
            <a:r>
              <a:rPr lang="en-US" dirty="0" err="1"/>
              <a:t>Bolcmanove</a:t>
            </a:r>
            <a:r>
              <a:rPr lang="en-US" dirty="0"/>
              <a:t> </a:t>
            </a:r>
            <a:r>
              <a:rPr lang="en-US" dirty="0" err="1"/>
              <a:t>Raspodele</a:t>
            </a:r>
            <a:br>
              <a:rPr lang="en-US" dirty="0"/>
            </a:br>
            <a:br>
              <a:rPr lang="en-US" dirty="0"/>
            </a:br>
            <a:r>
              <a:rPr lang="en-US" dirty="0" err="1"/>
              <a:t>ili</a:t>
            </a:r>
            <a:endParaRPr lang="en-US" dirty="0"/>
          </a:p>
          <a:p>
            <a:pPr lvl="0">
              <a:spcBef>
                <a:spcPts val="0"/>
              </a:spcBef>
              <a:spcAft>
                <a:spcPts val="1582"/>
              </a:spcAft>
            </a:pPr>
            <a:r>
              <a:rPr lang="en-US" dirty="0"/>
              <a:t>Od </a:t>
            </a:r>
            <a:r>
              <a:rPr lang="en-US" dirty="0" err="1"/>
              <a:t>Maksvelove</a:t>
            </a:r>
            <a:r>
              <a:rPr lang="en-US" dirty="0"/>
              <a:t> </a:t>
            </a:r>
            <a:r>
              <a:rPr lang="en-US" dirty="0" err="1"/>
              <a:t>Raspodele</a:t>
            </a:r>
            <a:endParaRPr lang="en-US" dirty="0"/>
          </a:p>
        </p:txBody>
      </p:sp>
      <p:sp>
        <p:nvSpPr>
          <p:cNvPr id="4" name="Freeform: Shape 3">
            <a:extLst>
              <a:ext uri="{FF2B5EF4-FFF2-40B4-BE49-F238E27FC236}">
                <a16:creationId xmlns:a16="http://schemas.microsoft.com/office/drawing/2014/main" id="{18D58507-88A3-E007-F881-FBAA74D1524D}"/>
              </a:ext>
            </a:extLst>
          </p:cNvPr>
          <p:cNvSpPr/>
          <p:nvPr/>
        </p:nvSpPr>
        <p:spPr>
          <a:xfrm>
            <a:off x="200722" y="2446317"/>
            <a:ext cx="32004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8D281E"/>
            </a:solidFill>
            <a:prstDash val="solid"/>
          </a:ln>
        </p:spPr>
        <p:txBody>
          <a:bodyPr vert="horz" wrap="none" lIns="109080" tIns="64080" rIns="109080" bIns="6408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5" name="TextBox 4">
            <a:extLst>
              <a:ext uri="{FF2B5EF4-FFF2-40B4-BE49-F238E27FC236}">
                <a16:creationId xmlns:a16="http://schemas.microsoft.com/office/drawing/2014/main" id="{1F03372E-1D87-B96B-B649-F523BA5B9C43}"/>
              </a:ext>
            </a:extLst>
          </p:cNvPr>
          <p:cNvSpPr txBox="1"/>
          <p:nvPr/>
        </p:nvSpPr>
        <p:spPr>
          <a:xfrm>
            <a:off x="4343400" y="2286000"/>
            <a:ext cx="4815468" cy="2005634"/>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a:ln>
                  <a:noFill/>
                </a:ln>
                <a:latin typeface="Rubik Light" pitchFamily="18"/>
                <a:ea typeface="Microsoft YaHei" pitchFamily="2"/>
                <a:cs typeface="Arial" pitchFamily="2"/>
              </a:rPr>
              <a:t>Ovo </a:t>
            </a:r>
            <a:r>
              <a:rPr lang="en-US" sz="1800" b="0" i="0" u="none" strike="noStrike" kern="1200" cap="none" dirty="0" err="1">
                <a:ln>
                  <a:noFill/>
                </a:ln>
                <a:latin typeface="Rubik Light" pitchFamily="18"/>
                <a:ea typeface="Microsoft YaHei" pitchFamily="2"/>
                <a:cs typeface="Arial" pitchFamily="2"/>
              </a:rPr>
              <a:t>će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naš</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najčešće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zanimati</a:t>
            </a:r>
            <a:r>
              <a:rPr lang="en-US" sz="1800" b="0" i="0" u="none" strike="noStrike" kern="1200" cap="none" dirty="0">
                <a:ln>
                  <a:noFill/>
                </a:ln>
                <a:latin typeface="Rubik Light" pitchFamily="18"/>
                <a:ea typeface="Microsoft YaHei" pitchFamily="2"/>
                <a:cs typeface="Arial" pitchFamily="2"/>
              </a:rPr>
              <a:t>, da li </a:t>
            </a:r>
            <a:r>
              <a:rPr lang="en-US" sz="1800" b="0" i="0" u="none" strike="noStrike" kern="1200" cap="none" dirty="0" err="1">
                <a:ln>
                  <a:noFill/>
                </a:ln>
                <a:latin typeface="Rubik Light" pitchFamily="18"/>
                <a:ea typeface="Microsoft YaHei" pitchFamily="2"/>
                <a:cs typeface="Arial" pitchFamily="2"/>
              </a:rPr>
              <a:t>možete</a:t>
            </a:r>
            <a:r>
              <a:rPr lang="en-US" sz="1800" b="0" i="0" u="none" strike="noStrike" kern="1200" cap="none" dirty="0">
                <a:ln>
                  <a:noFill/>
                </a:ln>
                <a:latin typeface="Rubik Light" pitchFamily="18"/>
                <a:ea typeface="Microsoft YaHei" pitchFamily="2"/>
                <a:cs typeface="Arial" pitchFamily="2"/>
              </a:rPr>
              <a:t> da </a:t>
            </a:r>
            <a:r>
              <a:rPr lang="en-US" sz="1800" b="0" i="0" u="none" strike="noStrike" kern="1200" cap="none" dirty="0" err="1">
                <a:ln>
                  <a:noFill/>
                </a:ln>
                <a:latin typeface="Rubik Light" pitchFamily="18"/>
                <a:ea typeface="Microsoft YaHei" pitchFamily="2"/>
                <a:cs typeface="Arial" pitchFamily="2"/>
              </a:rPr>
              <a:t>smislite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proces</a:t>
            </a:r>
            <a:r>
              <a:rPr lang="en-US" sz="1800" b="0" i="0" u="none" strike="noStrike" kern="1200" cap="none" dirty="0">
                <a:ln>
                  <a:noFill/>
                </a:ln>
                <a:latin typeface="Rubik Light" pitchFamily="18"/>
                <a:ea typeface="Microsoft YaHei" pitchFamily="2"/>
                <a:cs typeface="Arial" pitchFamily="2"/>
              </a:rPr>
              <a:t> koji </a:t>
            </a:r>
            <a:r>
              <a:rPr lang="en-US" sz="1800" b="0" i="0" u="none" strike="noStrike" kern="1200" cap="none" dirty="0" err="1">
                <a:ln>
                  <a:noFill/>
                </a:ln>
                <a:latin typeface="Rubik Light" pitchFamily="18"/>
                <a:ea typeface="Microsoft YaHei" pitchFamily="2"/>
                <a:cs typeface="Arial" pitchFamily="2"/>
              </a:rPr>
              <a:t>će</a:t>
            </a:r>
            <a:r>
              <a:rPr lang="en-US" sz="1800" b="0" i="0" u="none" strike="noStrike" kern="1200" cap="none" dirty="0">
                <a:ln>
                  <a:noFill/>
                </a:ln>
                <a:latin typeface="Rubik Light" pitchFamily="18"/>
                <a:ea typeface="Microsoft YaHei" pitchFamily="2"/>
                <a:cs typeface="Arial" pitchFamily="2"/>
              </a:rPr>
              <a:t> da “</a:t>
            </a:r>
            <a:r>
              <a:rPr lang="en-US" sz="1800" b="0" i="0" u="none" strike="noStrike" kern="1200" cap="none" dirty="0" err="1">
                <a:ln>
                  <a:noFill/>
                </a:ln>
                <a:latin typeface="Rubik Light" pitchFamily="18"/>
                <a:ea typeface="Microsoft YaHei" pitchFamily="2"/>
                <a:cs typeface="Arial" pitchFamily="2"/>
              </a:rPr>
              <a:t>prevari</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Bolcmanovu</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raspodelu</a:t>
            </a:r>
            <a:r>
              <a:rPr lang="en-US" sz="1800" b="0" i="0" u="none" strike="noStrike" kern="1200" cap="none" dirty="0">
                <a:ln>
                  <a:noFill/>
                </a:ln>
                <a:latin typeface="Rubik Light" pitchFamily="18"/>
                <a:ea typeface="Microsoft YaHei" pitchFamily="2"/>
                <a:cs typeface="Arial" pitchFamily="2"/>
              </a:rPr>
              <a:t>?</a:t>
            </a:r>
          </a:p>
          <a:p>
            <a:pPr marL="0" marR="0" lvl="0" indent="0" rtl="0" hangingPunct="0">
              <a:lnSpc>
                <a:spcPct val="100000"/>
              </a:lnSpc>
              <a:spcBef>
                <a:spcPts val="0"/>
              </a:spcBef>
              <a:spcAft>
                <a:spcPts val="0"/>
              </a:spcAft>
              <a:buNone/>
              <a:tabLst/>
            </a:pPr>
            <a:endParaRPr lang="en-US" sz="1800" b="0" i="0" u="none" strike="noStrike" kern="1200" cap="none" dirty="0">
              <a:ln>
                <a:noFill/>
              </a:ln>
              <a:latin typeface="Rubik Light" pitchFamily="18"/>
              <a:ea typeface="Microsoft YaHei" pitchFamily="2"/>
              <a:cs typeface="Arial" pitchFamily="2"/>
            </a:endParaRPr>
          </a:p>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Razmatrajte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hladan</a:t>
            </a:r>
            <a:r>
              <a:rPr lang="en-US" sz="1800" b="0" i="0" u="none" strike="noStrike" kern="1200" cap="none" dirty="0">
                <a:ln>
                  <a:noFill/>
                </a:ln>
                <a:latin typeface="Rubik Light" pitchFamily="18"/>
                <a:ea typeface="Microsoft YaHei" pitchFamily="2"/>
                <a:cs typeface="Arial" pitchFamily="2"/>
              </a:rPr>
              <a:t> gas, koji </a:t>
            </a:r>
            <a:r>
              <a:rPr lang="en-US" sz="1800" b="0" i="0" u="none" strike="noStrike" kern="1200" cap="none" dirty="0" err="1">
                <a:ln>
                  <a:noFill/>
                </a:ln>
                <a:latin typeface="Rubik Light" pitchFamily="18"/>
                <a:ea typeface="Microsoft YaHei" pitchFamily="2"/>
                <a:cs typeface="Arial" pitchFamily="2"/>
              </a:rPr>
              <a:t>na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neki</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način</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pogodimo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svetlošću</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npr</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laserom</a:t>
            </a:r>
            <a:r>
              <a:rPr lang="en-US" sz="1800" b="0" i="0" u="none" strike="noStrike" kern="1200" cap="none" dirty="0">
                <a:ln>
                  <a:noFill/>
                </a:ln>
                <a:latin typeface="Rubik Light" pitchFamily="18"/>
                <a:ea typeface="Microsoft YaHei" pitchFamily="2"/>
                <a:cs typeface="Arial" pitchFamily="2"/>
              </a:rPr>
              <a:t>) koji </a:t>
            </a:r>
            <a:r>
              <a:rPr lang="en-US" sz="1800" b="0" i="0" u="none" strike="noStrike" kern="1200" cap="none" dirty="0" err="1">
                <a:ln>
                  <a:noFill/>
                </a:ln>
                <a:latin typeface="Rubik Light" pitchFamily="18"/>
                <a:ea typeface="Microsoft YaHei" pitchFamily="2"/>
                <a:cs typeface="Arial" pitchFamily="2"/>
              </a:rPr>
              <a:t>tačno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odgovara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prelazu</a:t>
            </a:r>
            <a:r>
              <a:rPr lang="en-US" sz="1800" b="0" i="0" u="none" strike="noStrike" kern="1200" cap="none" dirty="0">
                <a:ln>
                  <a:noFill/>
                </a:ln>
                <a:latin typeface="Rubik Light" pitchFamily="18"/>
                <a:ea typeface="Microsoft YaHei" pitchFamily="2"/>
                <a:cs typeface="Arial" pitchFamily="2"/>
              </a:rPr>
              <a:t> l → 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2A93-9046-61AB-72D2-7CCC0EA007A2}"/>
              </a:ext>
            </a:extLst>
          </p:cNvPr>
          <p:cNvSpPr txBox="1">
            <a:spLocks noGrp="1"/>
          </p:cNvSpPr>
          <p:nvPr>
            <p:ph type="title" idx="4294967295"/>
          </p:nvPr>
        </p:nvSpPr>
        <p:spPr/>
        <p:txBody>
          <a:bodyPr vert="horz">
            <a:spAutoFit/>
          </a:bodyPr>
          <a:lstStyle/>
          <a:p>
            <a:pPr lvl="0"/>
            <a:r>
              <a:rPr lang="en-US"/>
              <a:t>Odstupanje od LTR</a:t>
            </a:r>
          </a:p>
        </p:txBody>
      </p:sp>
      <p:sp>
        <p:nvSpPr>
          <p:cNvPr id="3" name="Text Placeholder 2">
            <a:extLst>
              <a:ext uri="{FF2B5EF4-FFF2-40B4-BE49-F238E27FC236}">
                <a16:creationId xmlns:a16="http://schemas.microsoft.com/office/drawing/2014/main" id="{E022E552-F292-4780-56CA-CDC4B5B22174}"/>
              </a:ext>
            </a:extLst>
          </p:cNvPr>
          <p:cNvSpPr txBox="1">
            <a:spLocks noGrp="1"/>
          </p:cNvSpPr>
          <p:nvPr>
            <p:ph type="body" idx="4294967295"/>
          </p:nvPr>
        </p:nvSpPr>
        <p:spPr/>
        <p:txBody>
          <a:bodyPr/>
          <a:lstStyle/>
          <a:p>
            <a:pPr lvl="0">
              <a:spcBef>
                <a:spcPts val="0"/>
              </a:spcBef>
              <a:spcAft>
                <a:spcPts val="1582"/>
              </a:spcAft>
            </a:pPr>
            <a:r>
              <a:rPr lang="en-US" b="1"/>
              <a:t>Ne-LTR: </a:t>
            </a:r>
            <a:r>
              <a:rPr lang="en-US"/>
              <a:t>Bilo koje odstupanje od lokalne termodinamičke ravnoteže: </a:t>
            </a:r>
            <a:br>
              <a:rPr lang="en-US"/>
            </a:br>
            <a:br>
              <a:rPr lang="en-US"/>
            </a:br>
            <a:r>
              <a:rPr lang="en-US"/>
              <a:t>Od Sahine Raspodele </a:t>
            </a:r>
            <a:br>
              <a:rPr lang="en-US"/>
            </a:br>
            <a:br>
              <a:rPr lang="en-US"/>
            </a:br>
            <a:r>
              <a:rPr lang="en-US"/>
              <a:t>ili</a:t>
            </a:r>
            <a:br>
              <a:rPr lang="en-US"/>
            </a:br>
            <a:br>
              <a:rPr lang="en-US"/>
            </a:br>
            <a:r>
              <a:rPr lang="en-US"/>
              <a:t>Od Bolcmanove Raspodele</a:t>
            </a:r>
            <a:br>
              <a:rPr lang="en-US"/>
            </a:br>
            <a:br>
              <a:rPr lang="en-US"/>
            </a:br>
            <a:r>
              <a:rPr lang="en-US"/>
              <a:t>ili</a:t>
            </a:r>
          </a:p>
          <a:p>
            <a:pPr lvl="0">
              <a:spcBef>
                <a:spcPts val="0"/>
              </a:spcBef>
              <a:spcAft>
                <a:spcPts val="1582"/>
              </a:spcAft>
            </a:pPr>
            <a:r>
              <a:rPr lang="en-US"/>
              <a:t>Od Maksvelove Raspodele</a:t>
            </a:r>
          </a:p>
        </p:txBody>
      </p:sp>
      <p:sp>
        <p:nvSpPr>
          <p:cNvPr id="4" name="Freeform: Shape 3">
            <a:extLst>
              <a:ext uri="{FF2B5EF4-FFF2-40B4-BE49-F238E27FC236}">
                <a16:creationId xmlns:a16="http://schemas.microsoft.com/office/drawing/2014/main" id="{A86AC6EA-52D9-809F-AD5D-81A7D958204F}"/>
              </a:ext>
            </a:extLst>
          </p:cNvPr>
          <p:cNvSpPr/>
          <p:nvPr/>
        </p:nvSpPr>
        <p:spPr>
          <a:xfrm>
            <a:off x="457200" y="2442600"/>
            <a:ext cx="32004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8D281E"/>
            </a:solidFill>
            <a:prstDash val="solid"/>
          </a:ln>
        </p:spPr>
        <p:txBody>
          <a:bodyPr vert="horz" wrap="none" lIns="109080" tIns="64080" rIns="109080" bIns="6408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5" name="TextBox 4">
            <a:extLst>
              <a:ext uri="{FF2B5EF4-FFF2-40B4-BE49-F238E27FC236}">
                <a16:creationId xmlns:a16="http://schemas.microsoft.com/office/drawing/2014/main" id="{400C54E3-EE0D-9A35-E11D-BF43191E69B1}"/>
              </a:ext>
            </a:extLst>
          </p:cNvPr>
          <p:cNvSpPr txBox="1"/>
          <p:nvPr/>
        </p:nvSpPr>
        <p:spPr>
          <a:xfrm>
            <a:off x="4343400" y="2286000"/>
            <a:ext cx="4800600" cy="33476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Ovo će naš najčešće zanimati, da li možete da smislite proces koji će da “prevari” Bolcmanovu raspodelu?</a:t>
            </a:r>
          </a:p>
          <a:p>
            <a:pPr marL="0" marR="0" lvl="0" indent="0" rtl="0" hangingPunct="0">
              <a:lnSpc>
                <a:spcPct val="100000"/>
              </a:lnSpc>
              <a:spcBef>
                <a:spcPts val="0"/>
              </a:spcBef>
              <a:spcAft>
                <a:spcPts val="0"/>
              </a:spcAft>
              <a:buNone/>
              <a:tabLst/>
            </a:pPr>
            <a:endParaRPr lang="en-US" sz="1800" b="0" i="0" u="none" strike="noStrike" kern="1200" cap="none">
              <a:ln>
                <a:noFill/>
              </a:ln>
              <a:latin typeface="Rubik Light" pitchFamily="18"/>
              <a:ea typeface="Microsoft YaHei" pitchFamily="2"/>
              <a:cs typeface="Arial" pitchFamily="2"/>
            </a:endParaRPr>
          </a:p>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Razmatrajte hladan gas, koji na neki način pogodimo svetlošću (npr laserom) koji tačno odgovara prelazu l → u. </a:t>
            </a:r>
            <a:br>
              <a:rPr lang="en-US" sz="1800" b="0" i="0" u="none" strike="noStrike" kern="1200" cap="none">
                <a:ln>
                  <a:noFill/>
                </a:ln>
                <a:latin typeface="Rubik Light" pitchFamily="18"/>
                <a:ea typeface="Microsoft YaHei" pitchFamily="2"/>
                <a:cs typeface="Arial" pitchFamily="2"/>
              </a:rPr>
            </a:br>
            <a:br>
              <a:rPr lang="en-US" sz="1800" b="0" i="0" u="none" strike="noStrike" kern="1200" cap="none">
                <a:ln>
                  <a:noFill/>
                </a:ln>
                <a:latin typeface="Rubik Light" pitchFamily="18"/>
                <a:ea typeface="Microsoft YaHei" pitchFamily="2"/>
                <a:cs typeface="Arial" pitchFamily="2"/>
              </a:rPr>
            </a:br>
            <a:r>
              <a:rPr lang="en-US" sz="1800" b="0" i="0" u="none" strike="noStrike" kern="1200" cap="none">
                <a:ln>
                  <a:noFill/>
                </a:ln>
                <a:latin typeface="Rubik Light" pitchFamily="18"/>
                <a:ea typeface="Microsoft YaHei" pitchFamily="2"/>
                <a:cs typeface="Arial" pitchFamily="2"/>
              </a:rPr>
              <a:t>Ovako možemo da ekscitujemo gas mnogo više nego što to njegova temperatura sugeriše </a:t>
            </a:r>
            <a:r>
              <a:rPr lang="en-US" sz="1800" b="1" i="0" u="none" strike="noStrike" kern="1200" cap="none">
                <a:ln>
                  <a:noFill/>
                </a:ln>
                <a:latin typeface="Rubik Light" pitchFamily="18"/>
                <a:ea typeface="Microsoft YaHei" pitchFamily="2"/>
                <a:cs typeface="Arial" pitchFamily="2"/>
              </a:rPr>
              <a:t>(par min o zagrevanju putem linija)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992B-7149-6EDE-EBA0-FB39E1460BA2}"/>
              </a:ext>
            </a:extLst>
          </p:cNvPr>
          <p:cNvSpPr txBox="1">
            <a:spLocks noGrp="1"/>
          </p:cNvSpPr>
          <p:nvPr>
            <p:ph type="title" idx="4294967295"/>
          </p:nvPr>
        </p:nvSpPr>
        <p:spPr/>
        <p:txBody>
          <a:bodyPr vert="horz">
            <a:spAutoFit/>
          </a:bodyPr>
          <a:lstStyle/>
          <a:p>
            <a:pPr lvl="0"/>
            <a:r>
              <a:rPr lang="en-US"/>
              <a:t>LTR</a:t>
            </a:r>
          </a:p>
        </p:txBody>
      </p:sp>
      <p:sp>
        <p:nvSpPr>
          <p:cNvPr id="3" name="Text Placeholder 2">
            <a:extLst>
              <a:ext uri="{FF2B5EF4-FFF2-40B4-BE49-F238E27FC236}">
                <a16:creationId xmlns:a16="http://schemas.microsoft.com/office/drawing/2014/main" id="{55AB6F92-2BF6-F56B-BB20-695C48AADD71}"/>
              </a:ext>
            </a:extLst>
          </p:cNvPr>
          <p:cNvSpPr txBox="1">
            <a:spLocks noGrp="1"/>
          </p:cNvSpPr>
          <p:nvPr>
            <p:ph type="body" idx="4294967295"/>
          </p:nvPr>
        </p:nvSpPr>
        <p:spPr/>
        <p:txBody>
          <a:bodyPr/>
          <a:lstStyle/>
          <a:p>
            <a:pPr lvl="0">
              <a:spcBef>
                <a:spcPts val="0"/>
              </a:spcBef>
              <a:spcAft>
                <a:spcPts val="1582"/>
              </a:spcAft>
            </a:pPr>
            <a:r>
              <a:rPr lang="en-US"/>
              <a:t>Šta se dešavalo u fotosferi:</a:t>
            </a:r>
            <a:br>
              <a:rPr lang="en-US"/>
            </a:br>
            <a:br>
              <a:rPr lang="en-US"/>
            </a:b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Atom je apsorbovao foton, elektron je time prešao u više stanje.</a:t>
            </a:r>
          </a:p>
          <a:p>
            <a:pPr lvl="0">
              <a:spcBef>
                <a:spcPts val="0"/>
              </a:spcBef>
              <a:spcAft>
                <a:spcPts val="1582"/>
              </a:spcAft>
            </a:pPr>
            <a:r>
              <a:rPr lang="en-US"/>
              <a:t>Atom se, </a:t>
            </a:r>
            <a:r>
              <a:rPr lang="en-US" b="1"/>
              <a:t>pre nego što je atom stigao da otpusti foton, </a:t>
            </a:r>
            <a:r>
              <a:rPr lang="en-US"/>
              <a:t>sudario sa nekom česticom i njoj predao tu energiju</a:t>
            </a:r>
          </a:p>
        </p:txBody>
      </p:sp>
      <p:pic>
        <p:nvPicPr>
          <p:cNvPr id="4" name="">
            <a:extLst>
              <a:ext uri="{FF2B5EF4-FFF2-40B4-BE49-F238E27FC236}">
                <a16:creationId xmlns:a16="http://schemas.microsoft.com/office/drawing/2014/main" id="{8359C328-DCC7-E149-B207-88CCEFC98A52}"/>
              </a:ext>
            </a:extLst>
          </p:cNvPr>
          <p:cNvPicPr>
            <a:picLocks noChangeAspect="1"/>
          </p:cNvPicPr>
          <p:nvPr/>
        </p:nvPicPr>
        <p:blipFill>
          <a:blip r:embed="rId3">
            <a:lum/>
            <a:alphaModFix/>
          </a:blip>
          <a:srcRect/>
          <a:stretch>
            <a:fillRect/>
          </a:stretch>
        </p:blipFill>
        <p:spPr>
          <a:xfrm>
            <a:off x="1222559" y="1386719"/>
            <a:ext cx="7235640" cy="27280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51EF-D491-AC64-CD6E-B1A1A6BBC02E}"/>
              </a:ext>
            </a:extLst>
          </p:cNvPr>
          <p:cNvSpPr txBox="1">
            <a:spLocks noGrp="1"/>
          </p:cNvSpPr>
          <p:nvPr>
            <p:ph type="title" idx="4294967295"/>
          </p:nvPr>
        </p:nvSpPr>
        <p:spPr/>
        <p:txBody>
          <a:bodyPr vert="horz">
            <a:spAutoFit/>
          </a:bodyPr>
          <a:lstStyle/>
          <a:p>
            <a:pPr lvl="0"/>
            <a:r>
              <a:rPr lang="en-US"/>
              <a:t>LTR</a:t>
            </a:r>
          </a:p>
        </p:txBody>
      </p:sp>
      <p:sp>
        <p:nvSpPr>
          <p:cNvPr id="3" name="Text Placeholder 2">
            <a:extLst>
              <a:ext uri="{FF2B5EF4-FFF2-40B4-BE49-F238E27FC236}">
                <a16:creationId xmlns:a16="http://schemas.microsoft.com/office/drawing/2014/main" id="{78554864-2FEA-6478-2C31-48AE4F80505C}"/>
              </a:ext>
            </a:extLst>
          </p:cNvPr>
          <p:cNvSpPr txBox="1">
            <a:spLocks noGrp="1"/>
          </p:cNvSpPr>
          <p:nvPr>
            <p:ph type="body" idx="4294967295"/>
          </p:nvPr>
        </p:nvSpPr>
        <p:spPr/>
        <p:txBody>
          <a:bodyPr/>
          <a:lstStyle/>
          <a:p>
            <a:pPr lvl="0">
              <a:spcBef>
                <a:spcPts val="0"/>
              </a:spcBef>
              <a:spcAft>
                <a:spcPts val="1582"/>
              </a:spcAft>
              <a:buNone/>
            </a:pP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Atom je apsorbovao foton, elektron je time prešao u više stanje.</a:t>
            </a:r>
          </a:p>
          <a:p>
            <a:pPr lvl="0">
              <a:spcBef>
                <a:spcPts val="0"/>
              </a:spcBef>
              <a:spcAft>
                <a:spcPts val="1582"/>
              </a:spcAft>
            </a:pPr>
            <a:r>
              <a:rPr lang="en-US"/>
              <a:t>Atom se, </a:t>
            </a:r>
            <a:r>
              <a:rPr lang="en-US" b="1"/>
              <a:t>pre nego što je atom stigao da otpusti foton, </a:t>
            </a:r>
            <a:r>
              <a:rPr lang="en-US"/>
              <a:t>sudario sa nekom česticom i njoj predao tu energiju</a:t>
            </a:r>
          </a:p>
          <a:p>
            <a:pPr lvl="0">
              <a:spcBef>
                <a:spcPts val="0"/>
              </a:spcBef>
              <a:spcAft>
                <a:spcPts val="1582"/>
              </a:spcAft>
            </a:pPr>
            <a:r>
              <a:rPr lang="en-US" b="1"/>
              <a:t>Ključ:</a:t>
            </a:r>
            <a:r>
              <a:rPr lang="en-US"/>
              <a:t> odnos izmedju učestanosti de-eskcitacije i učestanosti sudara!</a:t>
            </a:r>
          </a:p>
        </p:txBody>
      </p:sp>
      <p:pic>
        <p:nvPicPr>
          <p:cNvPr id="4" name="">
            <a:extLst>
              <a:ext uri="{FF2B5EF4-FFF2-40B4-BE49-F238E27FC236}">
                <a16:creationId xmlns:a16="http://schemas.microsoft.com/office/drawing/2014/main" id="{5A813577-5F87-A373-F53E-064142554B40}"/>
              </a:ext>
            </a:extLst>
          </p:cNvPr>
          <p:cNvPicPr>
            <a:picLocks noChangeAspect="1"/>
          </p:cNvPicPr>
          <p:nvPr/>
        </p:nvPicPr>
        <p:blipFill>
          <a:blip r:embed="rId3">
            <a:lum/>
            <a:alphaModFix/>
          </a:blip>
          <a:srcRect/>
          <a:stretch>
            <a:fillRect/>
          </a:stretch>
        </p:blipFill>
        <p:spPr>
          <a:xfrm>
            <a:off x="1222559" y="594720"/>
            <a:ext cx="7235640" cy="27280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FB16-BE88-8A54-582E-FF1796529011}"/>
              </a:ext>
            </a:extLst>
          </p:cNvPr>
          <p:cNvSpPr txBox="1">
            <a:spLocks noGrp="1"/>
          </p:cNvSpPr>
          <p:nvPr>
            <p:ph type="title" idx="4294967295"/>
          </p:nvPr>
        </p:nvSpPr>
        <p:spPr/>
        <p:txBody>
          <a:bodyPr vert="horz">
            <a:spAutoFit/>
          </a:bodyPr>
          <a:lstStyle/>
          <a:p>
            <a:pPr lvl="0"/>
            <a:r>
              <a:rPr lang="en-US"/>
              <a:t>LTE i zračenje</a:t>
            </a:r>
          </a:p>
        </p:txBody>
      </p:sp>
      <p:sp>
        <p:nvSpPr>
          <p:cNvPr id="3" name="Text Placeholder 2">
            <a:extLst>
              <a:ext uri="{FF2B5EF4-FFF2-40B4-BE49-F238E27FC236}">
                <a16:creationId xmlns:a16="http://schemas.microsoft.com/office/drawing/2014/main" id="{6A15C6B7-B691-E2B0-9B2F-AB3FAC17474C}"/>
              </a:ext>
            </a:extLst>
          </p:cNvPr>
          <p:cNvSpPr txBox="1">
            <a:spLocks noGrp="1"/>
          </p:cNvSpPr>
          <p:nvPr>
            <p:ph type="body" idx="4294967295"/>
          </p:nvPr>
        </p:nvSpPr>
        <p:spPr>
          <a:xfrm>
            <a:off x="0" y="914039"/>
            <a:ext cx="3200400" cy="4446360"/>
          </a:xfrm>
        </p:spPr>
        <p:txBody>
          <a:bodyPr/>
          <a:lstStyle/>
          <a:p>
            <a:pPr lvl="0">
              <a:spcBef>
                <a:spcPts val="0"/>
              </a:spcBef>
              <a:spcAft>
                <a:spcPts val="1582"/>
              </a:spcAft>
            </a:pPr>
            <a:r>
              <a:rPr lang="en-US"/>
              <a:t>Još jednom podsetnik da LTR ne znači da je spektar zvezde spektar ACT</a:t>
            </a:r>
          </a:p>
          <a:p>
            <a:pPr lvl="0">
              <a:spcBef>
                <a:spcPts val="0"/>
              </a:spcBef>
              <a:spcAft>
                <a:spcPts val="1582"/>
              </a:spcAft>
            </a:pPr>
            <a:r>
              <a:rPr lang="en-US"/>
              <a:t>Odnos izmedju koeficijenata emisije i apsorpcije će pratiti Plankovu funkciju</a:t>
            </a:r>
          </a:p>
          <a:p>
            <a:pPr lvl="0">
              <a:spcBef>
                <a:spcPts val="0"/>
              </a:spcBef>
              <a:spcAft>
                <a:spcPts val="1582"/>
              </a:spcAft>
            </a:pPr>
            <a:r>
              <a:rPr lang="en-US"/>
              <a:t>Izlazni intenzitet je i dalje rešenje JPZ</a:t>
            </a:r>
          </a:p>
          <a:p>
            <a:pPr lvl="0">
              <a:spcBef>
                <a:spcPts val="0"/>
              </a:spcBef>
              <a:spcAft>
                <a:spcPts val="1582"/>
              </a:spcAft>
            </a:pPr>
            <a:r>
              <a:rPr lang="en-US"/>
              <a:t>Drugi način da mislimo o ovome: </a:t>
            </a:r>
            <a:r>
              <a:rPr lang="en-US" b="1"/>
              <a:t>Temperatura se dovoljno brzo menja sa optičkom dubinom!</a:t>
            </a:r>
          </a:p>
        </p:txBody>
      </p:sp>
      <p:pic>
        <p:nvPicPr>
          <p:cNvPr id="4" name="">
            <a:extLst>
              <a:ext uri="{FF2B5EF4-FFF2-40B4-BE49-F238E27FC236}">
                <a16:creationId xmlns:a16="http://schemas.microsoft.com/office/drawing/2014/main" id="{A5A5D5E8-0FCE-DED6-90EE-D7765BB9667B}"/>
              </a:ext>
            </a:extLst>
          </p:cNvPr>
          <p:cNvPicPr>
            <a:picLocks noChangeAspect="1"/>
          </p:cNvPicPr>
          <p:nvPr/>
        </p:nvPicPr>
        <p:blipFill>
          <a:blip r:embed="rId3">
            <a:lum/>
            <a:alphaModFix/>
          </a:blip>
          <a:srcRect/>
          <a:stretch>
            <a:fillRect/>
          </a:stretch>
        </p:blipFill>
        <p:spPr>
          <a:xfrm>
            <a:off x="3447360" y="288360"/>
            <a:ext cx="6629400" cy="5117400"/>
          </a:xfrm>
          <a:prstGeom prst="rect">
            <a:avLst/>
          </a:prstGeom>
          <a:noFill/>
          <a:ln>
            <a:noFill/>
          </a:ln>
        </p:spPr>
      </p:pic>
      <p:pic>
        <p:nvPicPr>
          <p:cNvPr id="5" name="">
            <a:extLst>
              <a:ext uri="{FF2B5EF4-FFF2-40B4-BE49-F238E27FC236}">
                <a16:creationId xmlns:a16="http://schemas.microsoft.com/office/drawing/2014/main" id="{72481585-4955-FACA-E45A-81CB74EED3BB}"/>
              </a:ext>
            </a:extLst>
          </p:cNvPr>
          <p:cNvPicPr>
            <a:picLocks noChangeAspect="1"/>
          </p:cNvPicPr>
          <p:nvPr/>
        </p:nvPicPr>
        <p:blipFill>
          <a:blip r:embed="rId3">
            <a:lum/>
            <a:alphaModFix/>
          </a:blip>
          <a:srcRect/>
          <a:stretch>
            <a:fillRect/>
          </a:stretch>
        </p:blipFill>
        <p:spPr>
          <a:xfrm>
            <a:off x="3429360" y="288360"/>
            <a:ext cx="6629400" cy="5117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47118-F54E-E35C-93D8-AAD908E4260F}"/>
              </a:ext>
            </a:extLst>
          </p:cNvPr>
          <p:cNvSpPr txBox="1">
            <a:spLocks noGrp="1"/>
          </p:cNvSpPr>
          <p:nvPr>
            <p:ph type="title" idx="4294967295"/>
          </p:nvPr>
        </p:nvSpPr>
        <p:spPr/>
        <p:txBody>
          <a:bodyPr vert="horz"/>
          <a:lstStyle/>
          <a:p>
            <a:pPr lvl="0"/>
            <a:r>
              <a:rPr lang="en-US"/>
              <a:t>LTR i zračenje</a:t>
            </a:r>
          </a:p>
        </p:txBody>
      </p:sp>
      <p:pic>
        <p:nvPicPr>
          <p:cNvPr id="3" name="">
            <a:extLst>
              <a:ext uri="{FF2B5EF4-FFF2-40B4-BE49-F238E27FC236}">
                <a16:creationId xmlns:a16="http://schemas.microsoft.com/office/drawing/2014/main" id="{703D00A4-A9CE-5C80-F54D-DABD57076C57}"/>
              </a:ext>
            </a:extLst>
          </p:cNvPr>
          <p:cNvPicPr>
            <a:picLocks noChangeAspect="1"/>
          </p:cNvPicPr>
          <p:nvPr/>
        </p:nvPicPr>
        <p:blipFill>
          <a:blip r:embed="rId3">
            <a:lum/>
            <a:alphaModFix/>
          </a:blip>
          <a:srcRect/>
          <a:stretch>
            <a:fillRect/>
          </a:stretch>
        </p:blipFill>
        <p:spPr>
          <a:xfrm>
            <a:off x="2200680" y="5014800"/>
            <a:ext cx="1769400" cy="621720"/>
          </a:xfrm>
          <a:prstGeom prst="rect">
            <a:avLst/>
          </a:prstGeom>
          <a:noFill/>
          <a:ln>
            <a:noFill/>
          </a:ln>
        </p:spPr>
      </p:pic>
      <p:pic>
        <p:nvPicPr>
          <p:cNvPr id="4" name="">
            <a:extLst>
              <a:ext uri="{FF2B5EF4-FFF2-40B4-BE49-F238E27FC236}">
                <a16:creationId xmlns:a16="http://schemas.microsoft.com/office/drawing/2014/main" id="{50F12389-784C-1D22-70C2-8577585B2E6D}"/>
              </a:ext>
            </a:extLst>
          </p:cNvPr>
          <p:cNvPicPr>
            <a:picLocks noChangeAspect="1"/>
          </p:cNvPicPr>
          <p:nvPr/>
        </p:nvPicPr>
        <p:blipFill>
          <a:blip r:embed="rId4">
            <a:lum/>
            <a:alphaModFix/>
          </a:blip>
          <a:srcRect/>
          <a:stretch>
            <a:fillRect/>
          </a:stretch>
        </p:blipFill>
        <p:spPr>
          <a:xfrm>
            <a:off x="6513840" y="5014800"/>
            <a:ext cx="1769040" cy="621720"/>
          </a:xfrm>
          <a:prstGeom prst="rect">
            <a:avLst/>
          </a:prstGeom>
          <a:noFill/>
          <a:ln>
            <a:noFill/>
          </a:ln>
        </p:spPr>
      </p:pic>
      <p:pic>
        <p:nvPicPr>
          <p:cNvPr id="5" name="">
            <a:extLst>
              <a:ext uri="{FF2B5EF4-FFF2-40B4-BE49-F238E27FC236}">
                <a16:creationId xmlns:a16="http://schemas.microsoft.com/office/drawing/2014/main" id="{0E4F4BAD-1FFC-12E4-AB55-3ECB75DF693E}"/>
              </a:ext>
            </a:extLst>
          </p:cNvPr>
          <p:cNvPicPr>
            <a:picLocks noChangeAspect="1"/>
          </p:cNvPicPr>
          <p:nvPr/>
        </p:nvPicPr>
        <p:blipFill>
          <a:blip r:embed="rId5">
            <a:lum/>
            <a:alphaModFix/>
          </a:blip>
          <a:srcRect/>
          <a:stretch>
            <a:fillRect/>
          </a:stretch>
        </p:blipFill>
        <p:spPr>
          <a:xfrm>
            <a:off x="1371599" y="2286000"/>
            <a:ext cx="7314480" cy="2521080"/>
          </a:xfrm>
          <a:prstGeom prst="rect">
            <a:avLst/>
          </a:prstGeom>
          <a:noFill/>
          <a:ln>
            <a:noFill/>
          </a:ln>
        </p:spPr>
      </p:pic>
      <p:sp>
        <p:nvSpPr>
          <p:cNvPr id="6" name="Freeform: Shape 5">
            <a:extLst>
              <a:ext uri="{FF2B5EF4-FFF2-40B4-BE49-F238E27FC236}">
                <a16:creationId xmlns:a16="http://schemas.microsoft.com/office/drawing/2014/main" id="{5A5E6194-30DB-E0A3-C5D4-FDEF7B4C855D}"/>
              </a:ext>
            </a:extLst>
          </p:cNvPr>
          <p:cNvSpPr/>
          <p:nvPr/>
        </p:nvSpPr>
        <p:spPr>
          <a:xfrm>
            <a:off x="6629400" y="2286000"/>
            <a:ext cx="457200" cy="228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none" lIns="90000" tIns="45000" rIns="90000" bIns="450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7" name="Freeform: Shape 6">
            <a:extLst>
              <a:ext uri="{FF2B5EF4-FFF2-40B4-BE49-F238E27FC236}">
                <a16:creationId xmlns:a16="http://schemas.microsoft.com/office/drawing/2014/main" id="{D50C4013-5EA5-1D15-AE17-D7FCF95E3A04}"/>
              </a:ext>
            </a:extLst>
          </p:cNvPr>
          <p:cNvSpPr/>
          <p:nvPr/>
        </p:nvSpPr>
        <p:spPr>
          <a:xfrm>
            <a:off x="2514600" y="2286000"/>
            <a:ext cx="457200" cy="228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none" lIns="90000" tIns="45000" rIns="90000" bIns="450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 Placeholder 7">
            <a:extLst>
              <a:ext uri="{FF2B5EF4-FFF2-40B4-BE49-F238E27FC236}">
                <a16:creationId xmlns:a16="http://schemas.microsoft.com/office/drawing/2014/main" id="{696CD6C3-A1EC-BBD2-758A-AC8FCB206923}"/>
              </a:ext>
            </a:extLst>
          </p:cNvPr>
          <p:cNvSpPr txBox="1">
            <a:spLocks noGrp="1"/>
          </p:cNvSpPr>
          <p:nvPr>
            <p:ph type="body" idx="4294967295"/>
          </p:nvPr>
        </p:nvSpPr>
        <p:spPr>
          <a:xfrm>
            <a:off x="276840" y="806040"/>
            <a:ext cx="9685440" cy="4446360"/>
          </a:xfrm>
        </p:spPr>
        <p:txBody>
          <a:bodyPr/>
          <a:lstStyle/>
          <a:p>
            <a:pPr lvl="0">
              <a:spcBef>
                <a:spcPts val="0"/>
              </a:spcBef>
              <a:spcAft>
                <a:spcPts val="1582"/>
              </a:spcAft>
            </a:pPr>
            <a:r>
              <a:rPr lang="en-US"/>
              <a:t>U LTR zračenje ne deluje na materiju</a:t>
            </a:r>
          </a:p>
          <a:p>
            <a:pPr lvl="0">
              <a:spcBef>
                <a:spcPts val="0"/>
              </a:spcBef>
              <a:spcAft>
                <a:spcPts val="1582"/>
              </a:spcAft>
            </a:pPr>
            <a:r>
              <a:rPr lang="en-US"/>
              <a:t>Materija odredjuje koeficijente apsorpcije i emisije pa samim tim i intenzitet</a:t>
            </a:r>
          </a:p>
          <a:p>
            <a:pPr lvl="0">
              <a:spcBef>
                <a:spcPts val="0"/>
              </a:spcBef>
              <a:spcAft>
                <a:spcPts val="1582"/>
              </a:spcAft>
            </a:pPr>
            <a:r>
              <a:rPr lang="en-US"/>
              <a:t>Ovo čini LTR mnogo jednostavnijim nego ne-LTR (videćemo tokom sledećih nedelja)</a:t>
            </a:r>
            <a:br>
              <a:rPr lang="en-US"/>
            </a:br>
            <a:endParaRPr lang="en-US"/>
          </a:p>
          <a:p>
            <a:pPr lvl="0">
              <a:spcBef>
                <a:spcPts val="0"/>
              </a:spcBef>
              <a:spcAft>
                <a:spcPts val="1582"/>
              </a:spcAft>
            </a:pPr>
            <a:r>
              <a:rPr lang="en-US" b="1"/>
              <a:t>NE-LTR:</a:t>
            </a:r>
          </a:p>
          <a:p>
            <a:pPr lvl="0">
              <a:spcBef>
                <a:spcPts val="0"/>
              </a:spcBef>
              <a:spcAft>
                <a:spcPts val="1582"/>
              </a:spcAft>
            </a:pP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A7F7-5C98-2243-E418-73036ED82F7F}"/>
              </a:ext>
            </a:extLst>
          </p:cNvPr>
          <p:cNvSpPr txBox="1">
            <a:spLocks noGrp="1"/>
          </p:cNvSpPr>
          <p:nvPr>
            <p:ph type="title" idx="4294967295"/>
          </p:nvPr>
        </p:nvSpPr>
        <p:spPr/>
        <p:txBody>
          <a:bodyPr vert="horz"/>
          <a:lstStyle/>
          <a:p>
            <a:pPr lvl="0"/>
            <a:r>
              <a:rPr lang="en-US"/>
              <a:t>Ili kao što stoji u knjizi Stellar Atmospheres III (Mihalas &amp; Hubeny)</a:t>
            </a:r>
          </a:p>
        </p:txBody>
      </p:sp>
      <p:sp>
        <p:nvSpPr>
          <p:cNvPr id="3" name="Text Placeholder 2">
            <a:extLst>
              <a:ext uri="{FF2B5EF4-FFF2-40B4-BE49-F238E27FC236}">
                <a16:creationId xmlns:a16="http://schemas.microsoft.com/office/drawing/2014/main" id="{E892A16C-258E-FAB9-A2C1-6B70DE3BFA50}"/>
              </a:ext>
            </a:extLst>
          </p:cNvPr>
          <p:cNvSpPr txBox="1">
            <a:spLocks noGrp="1"/>
          </p:cNvSpPr>
          <p:nvPr>
            <p:ph type="body" idx="4294967295"/>
          </p:nvPr>
        </p:nvSpPr>
        <p:spPr>
          <a:xfrm>
            <a:off x="276840" y="1310040"/>
            <a:ext cx="9685440" cy="3200760"/>
          </a:xfrm>
        </p:spPr>
        <p:txBody>
          <a:bodyPr/>
          <a:lstStyle/>
          <a:p>
            <a:pPr lvl="0">
              <a:spcBef>
                <a:spcPts val="1417"/>
              </a:spcBef>
              <a:spcAft>
                <a:spcPts val="0"/>
              </a:spcAft>
              <a:buNone/>
            </a:pPr>
            <a:r>
              <a:rPr lang="en-US"/>
              <a:t>”…</a:t>
            </a:r>
            <a:r>
              <a:rPr lang="en-US" i="1"/>
              <a:t> the material’s absorption and emission coefficients are set by the local radiation field. But in turn, local radiation field is the result of not only local photon emission and absorption, but also photons that have penetrated from other (perhaps remote) points in the atmosphere where the physical conditions might be quite different. In short, the radiation field determines the non-equilibrium properties of the material, but those properties in turn determine the radiation field. The two are inextricably coupled. This is the central problem in computing a theoretical stellar spectrum”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EEA71-C08D-7FE1-FFE2-0DF6A1B25834}"/>
              </a:ext>
            </a:extLst>
          </p:cNvPr>
          <p:cNvSpPr txBox="1">
            <a:spLocks noGrp="1"/>
          </p:cNvSpPr>
          <p:nvPr>
            <p:ph type="title" idx="4294967295"/>
          </p:nvPr>
        </p:nvSpPr>
        <p:spPr/>
        <p:txBody>
          <a:bodyPr vert="horz">
            <a:spAutoFit/>
          </a:bodyPr>
          <a:lstStyle/>
          <a:p>
            <a:pPr lvl="0"/>
            <a:r>
              <a:rPr lang="en-US"/>
              <a:t>Nije očigledno, ali povezano je sa ovim problemom:</a:t>
            </a:r>
          </a:p>
        </p:txBody>
      </p:sp>
      <p:pic>
        <p:nvPicPr>
          <p:cNvPr id="3" name="">
            <a:extLst>
              <a:ext uri="{FF2B5EF4-FFF2-40B4-BE49-F238E27FC236}">
                <a16:creationId xmlns:a16="http://schemas.microsoft.com/office/drawing/2014/main" id="{6D27B2BF-C7F7-E35E-73E7-BCC60C8D8A2A}"/>
              </a:ext>
            </a:extLst>
          </p:cNvPr>
          <p:cNvPicPr>
            <a:picLocks noChangeAspect="1"/>
          </p:cNvPicPr>
          <p:nvPr/>
        </p:nvPicPr>
        <p:blipFill>
          <a:blip r:embed="rId3">
            <a:lum/>
            <a:alphaModFix/>
          </a:blip>
          <a:srcRect/>
          <a:stretch>
            <a:fillRect/>
          </a:stretch>
        </p:blipFill>
        <p:spPr>
          <a:xfrm>
            <a:off x="914039" y="686160"/>
            <a:ext cx="8042400" cy="48769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EDE7-686D-09A7-A539-0029CD16DF70}"/>
              </a:ext>
            </a:extLst>
          </p:cNvPr>
          <p:cNvSpPr txBox="1">
            <a:spLocks noGrp="1"/>
          </p:cNvSpPr>
          <p:nvPr>
            <p:ph type="title" idx="4294967295"/>
          </p:nvPr>
        </p:nvSpPr>
        <p:spPr/>
        <p:txBody>
          <a:bodyPr vert="horz">
            <a:spAutoFit/>
          </a:bodyPr>
          <a:lstStyle/>
          <a:p>
            <a:pPr lvl="0"/>
            <a:r>
              <a:rPr lang="en-US"/>
              <a:t>Da skiciramo (možemo i tablu):</a:t>
            </a:r>
          </a:p>
        </p:txBody>
      </p:sp>
      <p:sp>
        <p:nvSpPr>
          <p:cNvPr id="3" name="Text Placeholder 2">
            <a:extLst>
              <a:ext uri="{FF2B5EF4-FFF2-40B4-BE49-F238E27FC236}">
                <a16:creationId xmlns:a16="http://schemas.microsoft.com/office/drawing/2014/main" id="{7B5994FE-304D-5490-E7CA-921E911C06AB}"/>
              </a:ext>
            </a:extLst>
          </p:cNvPr>
          <p:cNvSpPr txBox="1">
            <a:spLocks noGrp="1"/>
          </p:cNvSpPr>
          <p:nvPr>
            <p:ph type="body" idx="4294967295"/>
          </p:nvPr>
        </p:nvSpPr>
        <p:spPr/>
        <p:txBody>
          <a:bodyPr/>
          <a:lstStyle/>
          <a:p>
            <a:pPr lvl="0">
              <a:spcBef>
                <a:spcPts val="0"/>
              </a:spcBef>
              <a:spcAft>
                <a:spcPts val="1582"/>
              </a:spcAft>
            </a:pPr>
            <a:r>
              <a:rPr lang="en-US"/>
              <a:t>Crveno su apsorbovani fotoni, zeleno su rasejani </a:t>
            </a:r>
            <a:r>
              <a:rPr lang="en-US" b="1"/>
              <a:t>(re-emitovani, 2-3 min diskusija)</a:t>
            </a:r>
          </a:p>
        </p:txBody>
      </p:sp>
      <p:pic>
        <p:nvPicPr>
          <p:cNvPr id="4" name="">
            <a:extLst>
              <a:ext uri="{FF2B5EF4-FFF2-40B4-BE49-F238E27FC236}">
                <a16:creationId xmlns:a16="http://schemas.microsoft.com/office/drawing/2014/main" id="{1EC3BC57-C099-96B7-ADCC-6767599AE4E5}"/>
              </a:ext>
            </a:extLst>
          </p:cNvPr>
          <p:cNvPicPr>
            <a:picLocks noChangeAspect="1"/>
          </p:cNvPicPr>
          <p:nvPr/>
        </p:nvPicPr>
        <p:blipFill>
          <a:blip r:embed="rId3">
            <a:lum/>
            <a:alphaModFix/>
          </a:blip>
          <a:srcRect/>
          <a:stretch>
            <a:fillRect/>
          </a:stretch>
        </p:blipFill>
        <p:spPr>
          <a:xfrm>
            <a:off x="15120" y="1404720"/>
            <a:ext cx="10079640" cy="42645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646D-90FC-31EF-7D6E-A8454FA2819A}"/>
              </a:ext>
            </a:extLst>
          </p:cNvPr>
          <p:cNvSpPr txBox="1">
            <a:spLocks noGrp="1"/>
          </p:cNvSpPr>
          <p:nvPr>
            <p:ph type="title" idx="4294967295"/>
          </p:nvPr>
        </p:nvSpPr>
        <p:spPr/>
        <p:txBody>
          <a:bodyPr vert="horz">
            <a:spAutoFit/>
          </a:bodyPr>
          <a:lstStyle/>
          <a:p>
            <a:pPr lvl="0"/>
            <a:r>
              <a:rPr lang="en-US"/>
              <a:t>Da skiciramo (možemo i tablu):</a:t>
            </a:r>
          </a:p>
        </p:txBody>
      </p:sp>
      <p:sp>
        <p:nvSpPr>
          <p:cNvPr id="3" name="Text Placeholder 2">
            <a:extLst>
              <a:ext uri="{FF2B5EF4-FFF2-40B4-BE49-F238E27FC236}">
                <a16:creationId xmlns:a16="http://schemas.microsoft.com/office/drawing/2014/main" id="{CD08A2C0-8F88-B122-0A8A-FF7336F962CF}"/>
              </a:ext>
            </a:extLst>
          </p:cNvPr>
          <p:cNvSpPr txBox="1">
            <a:spLocks noGrp="1"/>
          </p:cNvSpPr>
          <p:nvPr>
            <p:ph type="body" idx="4294967295"/>
          </p:nvPr>
        </p:nvSpPr>
        <p:spPr/>
        <p:txBody>
          <a:bodyPr/>
          <a:lstStyle/>
          <a:p>
            <a:pPr lvl="0">
              <a:spcBef>
                <a:spcPts val="0"/>
              </a:spcBef>
              <a:spcAft>
                <a:spcPts val="1582"/>
              </a:spcAft>
            </a:pPr>
            <a:r>
              <a:rPr lang="en-US"/>
              <a:t>Crveno su apsorbovani fotoni, zeleno su rasejani </a:t>
            </a:r>
            <a:r>
              <a:rPr lang="en-US" b="1"/>
              <a:t>(re-emitovani, 2-3 min diskusija)</a:t>
            </a:r>
          </a:p>
        </p:txBody>
      </p:sp>
      <p:pic>
        <p:nvPicPr>
          <p:cNvPr id="4" name="">
            <a:extLst>
              <a:ext uri="{FF2B5EF4-FFF2-40B4-BE49-F238E27FC236}">
                <a16:creationId xmlns:a16="http://schemas.microsoft.com/office/drawing/2014/main" id="{0AD6FA3D-0599-8A92-2BD8-8ADA5C5FAD88}"/>
              </a:ext>
            </a:extLst>
          </p:cNvPr>
          <p:cNvPicPr>
            <a:picLocks noChangeAspect="1"/>
          </p:cNvPicPr>
          <p:nvPr/>
        </p:nvPicPr>
        <p:blipFill>
          <a:blip r:embed="rId3">
            <a:lum/>
            <a:alphaModFix/>
          </a:blip>
          <a:srcRect/>
          <a:stretch>
            <a:fillRect/>
          </a:stretch>
        </p:blipFill>
        <p:spPr>
          <a:xfrm>
            <a:off x="-20880" y="1784880"/>
            <a:ext cx="10079640" cy="388512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C833-3940-680C-AFDC-64F88F25E62A}"/>
              </a:ext>
            </a:extLst>
          </p:cNvPr>
          <p:cNvSpPr txBox="1">
            <a:spLocks noGrp="1"/>
          </p:cNvSpPr>
          <p:nvPr>
            <p:ph type="title" idx="4294967295"/>
          </p:nvPr>
        </p:nvSpPr>
        <p:spPr/>
        <p:txBody>
          <a:bodyPr vert="horz">
            <a:spAutoFit/>
          </a:bodyPr>
          <a:lstStyle/>
          <a:p>
            <a:pPr lvl="0"/>
            <a:r>
              <a:rPr lang="en-US"/>
              <a:t>Razmišljajmo o sledećem:</a:t>
            </a:r>
          </a:p>
        </p:txBody>
      </p:sp>
      <p:sp>
        <p:nvSpPr>
          <p:cNvPr id="3" name="Text Placeholder 2">
            <a:extLst>
              <a:ext uri="{FF2B5EF4-FFF2-40B4-BE49-F238E27FC236}">
                <a16:creationId xmlns:a16="http://schemas.microsoft.com/office/drawing/2014/main" id="{4116690C-C95B-4656-774D-CD0FD5DE89FA}"/>
              </a:ext>
            </a:extLst>
          </p:cNvPr>
          <p:cNvSpPr txBox="1">
            <a:spLocks noGrp="1"/>
          </p:cNvSpPr>
          <p:nvPr>
            <p:ph type="body" idx="4294967295"/>
          </p:nvPr>
        </p:nvSpPr>
        <p:spPr/>
        <p:txBody>
          <a:bodyPr/>
          <a:lstStyle/>
          <a:p>
            <a:pPr lvl="0">
              <a:spcBef>
                <a:spcPts val="0"/>
              </a:spcBef>
              <a:spcAft>
                <a:spcPts val="1582"/>
              </a:spcAft>
            </a:pPr>
            <a:r>
              <a:rPr lang="en-US" b="1"/>
              <a:t>Lako: </a:t>
            </a:r>
            <a:r>
              <a:rPr lang="en-US"/>
              <a:t>Gledano duž pravca vizure, više se zračenja ukloni iz zraka nego što se vrati u zrak</a:t>
            </a:r>
          </a:p>
          <a:p>
            <a:pPr lvl="0">
              <a:spcBef>
                <a:spcPts val="0"/>
              </a:spcBef>
              <a:spcAft>
                <a:spcPts val="1582"/>
              </a:spcAft>
            </a:pPr>
            <a:r>
              <a:rPr lang="en-US" b="1"/>
              <a:t>Malo teže: </a:t>
            </a:r>
            <a:r>
              <a:rPr lang="en-US"/>
              <a:t>Ako hoćemo da obračunamo rasejanje u emitovane fotone (tj. u koeficijent emisije, moraćemo da se pomučimo)</a:t>
            </a:r>
          </a:p>
          <a:p>
            <a:pPr lvl="0">
              <a:spcBef>
                <a:spcPts val="0"/>
              </a:spcBef>
              <a:spcAft>
                <a:spcPts val="1582"/>
              </a:spcAft>
            </a:pPr>
            <a:r>
              <a:rPr lang="en-US" b="1"/>
              <a:t>Još teže: </a:t>
            </a:r>
            <a:r>
              <a:rPr lang="en-US"/>
              <a:t>Na kraju ovog problema ćemo ponovo završiti sa nekom integro-diferencijalnom jednačinom</a:t>
            </a:r>
            <a:br>
              <a:rPr lang="en-US"/>
            </a:br>
            <a:br>
              <a:rPr lang="en-US"/>
            </a:br>
            <a:endParaRPr lang="en-US"/>
          </a:p>
          <a:p>
            <a:pPr lvl="0">
              <a:spcBef>
                <a:spcPts val="0"/>
              </a:spcBef>
              <a:spcAft>
                <a:spcPts val="1582"/>
              </a:spcAft>
            </a:pPr>
            <a:r>
              <a:rPr lang="en-US" b="1"/>
              <a:t>Zašto, odjednom, razmatramo rasejanje?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6E97C-74C3-7913-7944-82137B93760A}"/>
              </a:ext>
            </a:extLst>
          </p:cNvPr>
          <p:cNvSpPr txBox="1">
            <a:spLocks noGrp="1"/>
          </p:cNvSpPr>
          <p:nvPr>
            <p:ph type="title" idx="4294967295"/>
          </p:nvPr>
        </p:nvSpPr>
        <p:spPr/>
        <p:txBody>
          <a:bodyPr vert="horz">
            <a:spAutoFit/>
          </a:bodyPr>
          <a:lstStyle/>
          <a:p>
            <a:pPr lvl="0"/>
            <a:r>
              <a:rPr lang="en-US"/>
              <a:t>Razmišljajmo o sledećem:</a:t>
            </a:r>
          </a:p>
        </p:txBody>
      </p:sp>
      <p:sp>
        <p:nvSpPr>
          <p:cNvPr id="3" name="Text Placeholder 2">
            <a:extLst>
              <a:ext uri="{FF2B5EF4-FFF2-40B4-BE49-F238E27FC236}">
                <a16:creationId xmlns:a16="http://schemas.microsoft.com/office/drawing/2014/main" id="{542416E0-F221-FA46-8986-2B4C212FFFF2}"/>
              </a:ext>
            </a:extLst>
          </p:cNvPr>
          <p:cNvSpPr txBox="1">
            <a:spLocks noGrp="1"/>
          </p:cNvSpPr>
          <p:nvPr>
            <p:ph type="body" idx="4294967295"/>
          </p:nvPr>
        </p:nvSpPr>
        <p:spPr/>
        <p:txBody>
          <a:bodyPr/>
          <a:lstStyle/>
          <a:p>
            <a:pPr lvl="0">
              <a:spcBef>
                <a:spcPts val="0"/>
              </a:spcBef>
              <a:spcAft>
                <a:spcPts val="1582"/>
              </a:spcAft>
            </a:pPr>
            <a:r>
              <a:rPr lang="en-US" b="1"/>
              <a:t>Lako: </a:t>
            </a:r>
            <a:r>
              <a:rPr lang="en-US"/>
              <a:t>Gledano duž pravca vizure, više se zračenja ukloni iz zraka nego što se vrati u zrak</a:t>
            </a:r>
          </a:p>
          <a:p>
            <a:pPr lvl="0">
              <a:spcBef>
                <a:spcPts val="0"/>
              </a:spcBef>
              <a:spcAft>
                <a:spcPts val="1582"/>
              </a:spcAft>
            </a:pPr>
            <a:r>
              <a:rPr lang="en-US" b="1"/>
              <a:t>Malo teže: </a:t>
            </a:r>
            <a:r>
              <a:rPr lang="en-US"/>
              <a:t>Ako hoćemo da obračunamo rasejanje u emitovane fotone (tj. u koeficijent emisije, moraćemo da se pomučimo)</a:t>
            </a:r>
          </a:p>
          <a:p>
            <a:pPr lvl="0">
              <a:spcBef>
                <a:spcPts val="0"/>
              </a:spcBef>
              <a:spcAft>
                <a:spcPts val="1582"/>
              </a:spcAft>
            </a:pPr>
            <a:r>
              <a:rPr lang="en-US" b="1"/>
              <a:t>Još teže: </a:t>
            </a:r>
            <a:r>
              <a:rPr lang="en-US"/>
              <a:t>Na kraju ovog problema ćemo ponovo završiti sa nekom integro-diferencijalnom jednačinom</a:t>
            </a:r>
            <a:br>
              <a:rPr lang="en-US"/>
            </a:br>
            <a:br>
              <a:rPr lang="en-US"/>
            </a:br>
            <a:endParaRPr lang="en-US"/>
          </a:p>
          <a:p>
            <a:pPr lvl="0">
              <a:spcBef>
                <a:spcPts val="0"/>
              </a:spcBef>
              <a:spcAft>
                <a:spcPts val="1582"/>
              </a:spcAft>
            </a:pPr>
            <a:r>
              <a:rPr lang="en-US" b="1"/>
              <a:t>Zašto, odjednom, razmatramo rasejanje?</a:t>
            </a:r>
          </a:p>
          <a:p>
            <a:pPr lvl="0">
              <a:spcBef>
                <a:spcPts val="0"/>
              </a:spcBef>
              <a:spcAft>
                <a:spcPts val="1582"/>
              </a:spcAft>
            </a:pPr>
            <a:r>
              <a:rPr lang="en-US" b="1"/>
              <a:t>Zato što jake linije na neki način rasejavaju svetlost. Prvi modeli su pretpostavili da je to slično procesima u kontinuumu </a:t>
            </a:r>
            <a:br>
              <a:rPr lang="en-US" b="1"/>
            </a:br>
            <a:r>
              <a:rPr lang="en-US"/>
              <a:t>(ne-LTR se često zove `line scattering`)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4070-6E7F-B690-0923-68FAB521F9CC}"/>
              </a:ext>
            </a:extLst>
          </p:cNvPr>
          <p:cNvSpPr txBox="1">
            <a:spLocks noGrp="1"/>
          </p:cNvSpPr>
          <p:nvPr>
            <p:ph type="title" idx="4294967295"/>
          </p:nvPr>
        </p:nvSpPr>
        <p:spPr>
          <a:xfrm>
            <a:off x="288360" y="82080"/>
            <a:ext cx="9541800" cy="603720"/>
          </a:xfrm>
        </p:spPr>
        <p:txBody>
          <a:bodyPr vert="horz">
            <a:spAutoFit/>
          </a:bodyPr>
          <a:lstStyle/>
          <a:p>
            <a:pPr lvl="0"/>
            <a:r>
              <a:rPr lang="en-US"/>
              <a:t>Rasejanje (u) spektralnim linijama</a:t>
            </a:r>
          </a:p>
        </p:txBody>
      </p:sp>
      <p:sp>
        <p:nvSpPr>
          <p:cNvPr id="3" name="Text Placeholder 2">
            <a:extLst>
              <a:ext uri="{FF2B5EF4-FFF2-40B4-BE49-F238E27FC236}">
                <a16:creationId xmlns:a16="http://schemas.microsoft.com/office/drawing/2014/main" id="{3EDB0645-2AB0-A2C6-A35B-DC166F51789F}"/>
              </a:ext>
            </a:extLst>
          </p:cNvPr>
          <p:cNvSpPr txBox="1">
            <a:spLocks noGrp="1"/>
          </p:cNvSpPr>
          <p:nvPr>
            <p:ph type="body" idx="4294967295"/>
          </p:nvPr>
        </p:nvSpPr>
        <p:spPr>
          <a:xfrm>
            <a:off x="288360" y="3429000"/>
            <a:ext cx="9541800" cy="2057400"/>
          </a:xfrm>
        </p:spPr>
        <p:txBody>
          <a:bodyPr/>
          <a:lstStyle/>
          <a:p>
            <a:pPr lvl="0">
              <a:spcBef>
                <a:spcPts val="0"/>
              </a:spcBef>
              <a:spcAft>
                <a:spcPts val="1582"/>
              </a:spcAft>
            </a:pPr>
            <a:r>
              <a:rPr lang="en-US"/>
              <a:t>Apsorpcija nakon koje odmah sledi emisija</a:t>
            </a:r>
          </a:p>
          <a:p>
            <a:pPr lvl="0">
              <a:spcBef>
                <a:spcPts val="0"/>
              </a:spcBef>
              <a:spcAft>
                <a:spcPts val="1582"/>
              </a:spcAft>
            </a:pPr>
            <a:r>
              <a:rPr lang="en-US"/>
              <a:t>Verovatnoća da u ovom procesu foton bude </a:t>
            </a:r>
            <a:r>
              <a:rPr lang="en-US" b="1"/>
              <a:t>stvarno </a:t>
            </a:r>
            <a:r>
              <a:rPr lang="en-US"/>
              <a:t>apsorbovan (termalizovan) je:</a:t>
            </a:r>
          </a:p>
        </p:txBody>
      </p:sp>
      <p:pic>
        <p:nvPicPr>
          <p:cNvPr id="4" name="">
            <a:extLst>
              <a:ext uri="{FF2B5EF4-FFF2-40B4-BE49-F238E27FC236}">
                <a16:creationId xmlns:a16="http://schemas.microsoft.com/office/drawing/2014/main" id="{90C989C7-2154-A562-90DE-D116F961AD4F}"/>
              </a:ext>
            </a:extLst>
          </p:cNvPr>
          <p:cNvPicPr>
            <a:picLocks noChangeAspect="1"/>
          </p:cNvPicPr>
          <p:nvPr/>
        </p:nvPicPr>
        <p:blipFill>
          <a:blip r:embed="rId3">
            <a:lum/>
            <a:alphaModFix/>
          </a:blip>
          <a:srcRect/>
          <a:stretch>
            <a:fillRect/>
          </a:stretch>
        </p:blipFill>
        <p:spPr>
          <a:xfrm>
            <a:off x="4515480" y="4572000"/>
            <a:ext cx="4628880" cy="847439"/>
          </a:xfrm>
          <a:prstGeom prst="rect">
            <a:avLst/>
          </a:prstGeom>
          <a:noFill/>
          <a:ln w="29160">
            <a:solidFill>
              <a:srgbClr val="3465A4"/>
            </a:solidFill>
            <a:prstDash val="solid"/>
          </a:ln>
        </p:spPr>
      </p:pic>
      <p:pic>
        <p:nvPicPr>
          <p:cNvPr id="5" name="">
            <a:extLst>
              <a:ext uri="{FF2B5EF4-FFF2-40B4-BE49-F238E27FC236}">
                <a16:creationId xmlns:a16="http://schemas.microsoft.com/office/drawing/2014/main" id="{C090A41F-C488-F69F-9281-A4DF598A9124}"/>
              </a:ext>
            </a:extLst>
          </p:cNvPr>
          <p:cNvPicPr>
            <a:picLocks noChangeAspect="1"/>
          </p:cNvPicPr>
          <p:nvPr/>
        </p:nvPicPr>
        <p:blipFill>
          <a:blip r:embed="rId4">
            <a:lum/>
            <a:alphaModFix/>
          </a:blip>
          <a:srcRect/>
          <a:stretch>
            <a:fillRect/>
          </a:stretch>
        </p:blipFill>
        <p:spPr>
          <a:xfrm>
            <a:off x="646200" y="1143360"/>
            <a:ext cx="4114440" cy="1581480"/>
          </a:xfrm>
          <a:prstGeom prst="rect">
            <a:avLst/>
          </a:prstGeom>
          <a:noFill/>
          <a:ln>
            <a:noFill/>
          </a:ln>
        </p:spPr>
      </p:pic>
      <p:pic>
        <p:nvPicPr>
          <p:cNvPr id="6" name="">
            <a:extLst>
              <a:ext uri="{FF2B5EF4-FFF2-40B4-BE49-F238E27FC236}">
                <a16:creationId xmlns:a16="http://schemas.microsoft.com/office/drawing/2014/main" id="{A79AF656-5363-644F-6A2F-7C2E4D9E19DD}"/>
              </a:ext>
            </a:extLst>
          </p:cNvPr>
          <p:cNvPicPr>
            <a:picLocks noChangeAspect="1"/>
          </p:cNvPicPr>
          <p:nvPr/>
        </p:nvPicPr>
        <p:blipFill>
          <a:blip r:embed="rId5">
            <a:lum/>
            <a:alphaModFix/>
          </a:blip>
          <a:srcRect/>
          <a:stretch>
            <a:fillRect/>
          </a:stretch>
        </p:blipFill>
        <p:spPr>
          <a:xfrm>
            <a:off x="5487120" y="1143000"/>
            <a:ext cx="4114440" cy="1654560"/>
          </a:xfrm>
          <a:prstGeom prst="rect">
            <a:avLst/>
          </a:prstGeom>
          <a:noFill/>
          <a:ln>
            <a:noFill/>
          </a:ln>
        </p:spPr>
      </p:pic>
      <p:sp>
        <p:nvSpPr>
          <p:cNvPr id="7" name="Straight Connector 6">
            <a:extLst>
              <a:ext uri="{FF2B5EF4-FFF2-40B4-BE49-F238E27FC236}">
                <a16:creationId xmlns:a16="http://schemas.microsoft.com/office/drawing/2014/main" id="{F6EC4A5A-4120-ED0E-D49F-8A74FFE26011}"/>
              </a:ext>
            </a:extLst>
          </p:cNvPr>
          <p:cNvSpPr/>
          <p:nvPr/>
        </p:nvSpPr>
        <p:spPr>
          <a:xfrm>
            <a:off x="3200400" y="4800600"/>
            <a:ext cx="2285999" cy="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Box 7">
            <a:extLst>
              <a:ext uri="{FF2B5EF4-FFF2-40B4-BE49-F238E27FC236}">
                <a16:creationId xmlns:a16="http://schemas.microsoft.com/office/drawing/2014/main" id="{A8D0F39F-B661-F4E6-325A-EE9F1E600D78}"/>
              </a:ext>
            </a:extLst>
          </p:cNvPr>
          <p:cNvSpPr txBox="1"/>
          <p:nvPr/>
        </p:nvSpPr>
        <p:spPr>
          <a:xfrm>
            <a:off x="1600200" y="4343400"/>
            <a:ext cx="182880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Učestanost sudarne de-ekscitacije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2766-CCB7-4910-2CE3-D7F1A1D0407F}"/>
              </a:ext>
            </a:extLst>
          </p:cNvPr>
          <p:cNvSpPr txBox="1">
            <a:spLocks noGrp="1"/>
          </p:cNvSpPr>
          <p:nvPr>
            <p:ph type="title" idx="4294967295"/>
          </p:nvPr>
        </p:nvSpPr>
        <p:spPr/>
        <p:txBody>
          <a:bodyPr vert="horz"/>
          <a:lstStyle/>
          <a:p>
            <a:pPr lvl="0"/>
            <a:r>
              <a:rPr lang="en-US"/>
              <a:t>Koherentno rasejanje</a:t>
            </a:r>
          </a:p>
        </p:txBody>
      </p:sp>
      <p:sp>
        <p:nvSpPr>
          <p:cNvPr id="3" name="Text Placeholder 2">
            <a:extLst>
              <a:ext uri="{FF2B5EF4-FFF2-40B4-BE49-F238E27FC236}">
                <a16:creationId xmlns:a16="http://schemas.microsoft.com/office/drawing/2014/main" id="{3E0012F9-E077-8E14-AD4F-E9A032970BC5}"/>
              </a:ext>
            </a:extLst>
          </p:cNvPr>
          <p:cNvSpPr txBox="1">
            <a:spLocks noGrp="1"/>
          </p:cNvSpPr>
          <p:nvPr>
            <p:ph type="body" idx="4294967295"/>
          </p:nvPr>
        </p:nvSpPr>
        <p:spPr/>
        <p:txBody>
          <a:bodyPr/>
          <a:lstStyle/>
          <a:p>
            <a:pPr lvl="0">
              <a:spcBef>
                <a:spcPts val="0"/>
              </a:spcBef>
              <a:spcAft>
                <a:spcPts val="1582"/>
              </a:spcAft>
            </a:pPr>
            <a:r>
              <a:rPr lang="en-US"/>
              <a:t>Mi još uvek ni ne znamo da spektralna linija može da emituje i apsorbuje na opsegu talasnih dužina</a:t>
            </a:r>
          </a:p>
          <a:p>
            <a:pPr lvl="0">
              <a:spcBef>
                <a:spcPts val="0"/>
              </a:spcBef>
              <a:spcAft>
                <a:spcPts val="1582"/>
              </a:spcAft>
            </a:pPr>
            <a:r>
              <a:rPr lang="en-US"/>
              <a:t>Možemo da zamislimo da je onaj profil u stvari </a:t>
            </a:r>
            <a:r>
              <a:rPr lang="en-US" b="1"/>
              <a:t>delta funkcija</a:t>
            </a:r>
          </a:p>
          <a:p>
            <a:pPr lvl="0">
              <a:spcBef>
                <a:spcPts val="0"/>
              </a:spcBef>
              <a:spcAft>
                <a:spcPts val="1582"/>
              </a:spcAft>
            </a:pPr>
            <a:r>
              <a:rPr lang="en-US"/>
              <a:t>Dalje, pretpostavljamo da su fotoni su rasejani izotropno, znači odakle god dodju, ravnomerno se rasejavaju svuda</a:t>
            </a:r>
          </a:p>
          <a:p>
            <a:pPr lvl="0">
              <a:spcBef>
                <a:spcPts val="0"/>
              </a:spcBef>
              <a:spcAft>
                <a:spcPts val="1582"/>
              </a:spcAft>
            </a:pPr>
            <a:r>
              <a:rPr lang="en-US"/>
              <a:t>Ovo uopšte i ne mora da bude spektralna linija, može da bude npr. </a:t>
            </a:r>
            <a:r>
              <a:rPr lang="en-US" b="1"/>
              <a:t>Tomsonovo </a:t>
            </a:r>
            <a:r>
              <a:rPr lang="en-US"/>
              <a:t>ili </a:t>
            </a:r>
            <a:r>
              <a:rPr lang="en-US" b="1"/>
              <a:t>Rejlijevo </a:t>
            </a:r>
            <a:r>
              <a:rPr lang="en-US"/>
              <a:t>rasejanje</a:t>
            </a:r>
          </a:p>
          <a:p>
            <a:pPr lvl="0">
              <a:spcBef>
                <a:spcPts val="0"/>
              </a:spcBef>
              <a:spcAft>
                <a:spcPts val="1582"/>
              </a:spcAft>
            </a:pPr>
            <a:r>
              <a:rPr lang="en-US"/>
              <a:t>Hajde da se uverimo da je verovatnoća za apsorpciju:</a:t>
            </a:r>
          </a:p>
          <a:p>
            <a:pPr lvl="0">
              <a:spcBef>
                <a:spcPts val="0"/>
              </a:spcBef>
              <a:spcAft>
                <a:spcPts val="1582"/>
              </a:spcAft>
            </a:pPr>
            <a:r>
              <a:rPr lang="en-US"/>
              <a:t>Gde indeksi a i s stoje za apsorpciju i rasejanje (scattering)</a:t>
            </a:r>
          </a:p>
        </p:txBody>
      </p:sp>
      <p:pic>
        <p:nvPicPr>
          <p:cNvPr id="4" name="">
            <a:extLst>
              <a:ext uri="{FF2B5EF4-FFF2-40B4-BE49-F238E27FC236}">
                <a16:creationId xmlns:a16="http://schemas.microsoft.com/office/drawing/2014/main" id="{0DCEAD5C-1B16-C66C-3C35-615F95D04829}"/>
              </a:ext>
            </a:extLst>
          </p:cNvPr>
          <p:cNvPicPr>
            <a:picLocks noChangeAspect="1"/>
          </p:cNvPicPr>
          <p:nvPr/>
        </p:nvPicPr>
        <p:blipFill>
          <a:blip r:embed="rId3">
            <a:lum/>
            <a:alphaModFix/>
          </a:blip>
          <a:srcRect/>
          <a:stretch>
            <a:fillRect/>
          </a:stretch>
        </p:blipFill>
        <p:spPr>
          <a:xfrm>
            <a:off x="6539400" y="3445200"/>
            <a:ext cx="1461599" cy="669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1DD6-7128-264B-9B72-832F08642876}"/>
              </a:ext>
            </a:extLst>
          </p:cNvPr>
          <p:cNvSpPr txBox="1">
            <a:spLocks noGrp="1"/>
          </p:cNvSpPr>
          <p:nvPr>
            <p:ph type="title" idx="4294967295"/>
          </p:nvPr>
        </p:nvSpPr>
        <p:spPr/>
        <p:txBody>
          <a:bodyPr vert="horz">
            <a:spAutoFit/>
          </a:bodyPr>
          <a:lstStyle/>
          <a:p>
            <a:pPr lvl="0"/>
            <a:r>
              <a:rPr lang="en-US"/>
              <a:t>U kom slučaju ćemo videti više rasejanih fotona?</a:t>
            </a:r>
          </a:p>
        </p:txBody>
      </p:sp>
      <p:sp>
        <p:nvSpPr>
          <p:cNvPr id="3" name="Text Placeholder 2">
            <a:extLst>
              <a:ext uri="{FF2B5EF4-FFF2-40B4-BE49-F238E27FC236}">
                <a16:creationId xmlns:a16="http://schemas.microsoft.com/office/drawing/2014/main" id="{B54046E4-9DDA-207F-D031-72913C7595E5}"/>
              </a:ext>
            </a:extLst>
          </p:cNvPr>
          <p:cNvSpPr txBox="1">
            <a:spLocks noGrp="1"/>
          </p:cNvSpPr>
          <p:nvPr>
            <p:ph type="body" idx="4294967295"/>
          </p:nvPr>
        </p:nvSpPr>
        <p:spPr/>
        <p:txBody>
          <a:bodyPr/>
          <a:lstStyle/>
          <a:p>
            <a:pPr lvl="0">
              <a:spcBef>
                <a:spcPts val="0"/>
              </a:spcBef>
              <a:spcAft>
                <a:spcPts val="1582"/>
              </a:spcAft>
            </a:pPr>
            <a:r>
              <a:rPr lang="en-US"/>
              <a:t>Ili: U kom slučaju će emisija usled rasejanja biti veća. </a:t>
            </a:r>
            <a:br>
              <a:rPr lang="en-US"/>
            </a:br>
            <a:r>
              <a:rPr lang="en-US" b="1"/>
              <a:t>(Par minuta da prodiskutujemo emisiju)</a:t>
            </a:r>
          </a:p>
        </p:txBody>
      </p:sp>
      <p:pic>
        <p:nvPicPr>
          <p:cNvPr id="4" name="">
            <a:extLst>
              <a:ext uri="{FF2B5EF4-FFF2-40B4-BE49-F238E27FC236}">
                <a16:creationId xmlns:a16="http://schemas.microsoft.com/office/drawing/2014/main" id="{AD49FB93-66B6-FD77-4C8D-B9748C428F66}"/>
              </a:ext>
            </a:extLst>
          </p:cNvPr>
          <p:cNvPicPr>
            <a:picLocks noChangeAspect="1"/>
          </p:cNvPicPr>
          <p:nvPr/>
        </p:nvPicPr>
        <p:blipFill>
          <a:blip r:embed="rId3">
            <a:lum/>
            <a:alphaModFix/>
          </a:blip>
          <a:srcRect/>
          <a:stretch>
            <a:fillRect/>
          </a:stretch>
        </p:blipFill>
        <p:spPr>
          <a:xfrm>
            <a:off x="914039" y="1619640"/>
            <a:ext cx="8019720" cy="40496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7EAF6-E79C-5CEA-0468-D07267F6AD45}"/>
              </a:ext>
            </a:extLst>
          </p:cNvPr>
          <p:cNvSpPr txBox="1">
            <a:spLocks noGrp="1"/>
          </p:cNvSpPr>
          <p:nvPr>
            <p:ph type="title" idx="4294967295"/>
          </p:nvPr>
        </p:nvSpPr>
        <p:spPr/>
        <p:txBody>
          <a:bodyPr vert="horz">
            <a:spAutoFit/>
          </a:bodyPr>
          <a:lstStyle/>
          <a:p>
            <a:pPr lvl="0"/>
            <a:r>
              <a:rPr lang="en-US"/>
              <a:t>Koeficijent emisije u kontinuumu usled rasejanja</a:t>
            </a:r>
          </a:p>
        </p:txBody>
      </p:sp>
      <p:sp>
        <p:nvSpPr>
          <p:cNvPr id="3" name="Text Placeholder 2">
            <a:extLst>
              <a:ext uri="{FF2B5EF4-FFF2-40B4-BE49-F238E27FC236}">
                <a16:creationId xmlns:a16="http://schemas.microsoft.com/office/drawing/2014/main" id="{2BDC832F-F25D-F4C6-CADB-ED43A5822FA9}"/>
              </a:ext>
            </a:extLst>
          </p:cNvPr>
          <p:cNvSpPr txBox="1">
            <a:spLocks noGrp="1"/>
          </p:cNvSpPr>
          <p:nvPr>
            <p:ph type="body" idx="4294967295"/>
          </p:nvPr>
        </p:nvSpPr>
        <p:spPr/>
        <p:txBody>
          <a:bodyPr/>
          <a:lstStyle/>
          <a:p>
            <a:pPr lvl="0">
              <a:spcBef>
                <a:spcPts val="0"/>
              </a:spcBef>
              <a:spcAft>
                <a:spcPts val="1582"/>
              </a:spcAft>
            </a:pPr>
            <a:r>
              <a:rPr lang="en-US"/>
              <a:t>Hajde da nadjemo ukupnu rasejanu energiju:</a:t>
            </a:r>
          </a:p>
        </p:txBody>
      </p:sp>
      <p:pic>
        <p:nvPicPr>
          <p:cNvPr id="4" name="">
            <a:extLst>
              <a:ext uri="{FF2B5EF4-FFF2-40B4-BE49-F238E27FC236}">
                <a16:creationId xmlns:a16="http://schemas.microsoft.com/office/drawing/2014/main" id="{44282BFF-8664-0421-E711-C30BA56B06E2}"/>
              </a:ext>
            </a:extLst>
          </p:cNvPr>
          <p:cNvPicPr>
            <a:picLocks noChangeAspect="1"/>
          </p:cNvPicPr>
          <p:nvPr/>
        </p:nvPicPr>
        <p:blipFill>
          <a:blip r:embed="rId3">
            <a:lum/>
            <a:alphaModFix/>
          </a:blip>
          <a:srcRect/>
          <a:stretch>
            <a:fillRect/>
          </a:stretch>
        </p:blipFill>
        <p:spPr>
          <a:xfrm>
            <a:off x="1929599" y="1677599"/>
            <a:ext cx="6217200" cy="2437200"/>
          </a:xfrm>
          <a:prstGeom prst="rect">
            <a:avLst/>
          </a:prstGeom>
          <a:noFill/>
          <a:ln>
            <a:noFill/>
          </a:ln>
        </p:spPr>
      </p:pic>
      <p:sp>
        <p:nvSpPr>
          <p:cNvPr id="5" name="Freeform: Shape 4">
            <a:extLst>
              <a:ext uri="{FF2B5EF4-FFF2-40B4-BE49-F238E27FC236}">
                <a16:creationId xmlns:a16="http://schemas.microsoft.com/office/drawing/2014/main" id="{117A60C1-6E2F-23A0-93BA-24E472805AFD}"/>
              </a:ext>
            </a:extLst>
          </p:cNvPr>
          <p:cNvSpPr/>
          <p:nvPr/>
        </p:nvSpPr>
        <p:spPr>
          <a:xfrm>
            <a:off x="2730600" y="3778200"/>
            <a:ext cx="13842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8D281E"/>
            </a:solidFill>
            <a:prstDash val="solid"/>
          </a:ln>
        </p:spPr>
        <p:txBody>
          <a:bodyPr vert="horz" wrap="none" lIns="109080" tIns="64080" rIns="109080" bIns="6408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6" name="TextBox 5">
            <a:extLst>
              <a:ext uri="{FF2B5EF4-FFF2-40B4-BE49-F238E27FC236}">
                <a16:creationId xmlns:a16="http://schemas.microsoft.com/office/drawing/2014/main" id="{5363828D-F335-1F9C-CFBF-1BFD2E47567D}"/>
              </a:ext>
            </a:extLst>
          </p:cNvPr>
          <p:cNvSpPr txBox="1"/>
          <p:nvPr/>
        </p:nvSpPr>
        <p:spPr>
          <a:xfrm>
            <a:off x="4572000" y="4124520"/>
            <a:ext cx="182880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Ponovo smo dobili srednji intenzitet!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CF44-1552-5C8A-3287-D00FD7335E26}"/>
              </a:ext>
            </a:extLst>
          </p:cNvPr>
          <p:cNvSpPr txBox="1">
            <a:spLocks noGrp="1"/>
          </p:cNvSpPr>
          <p:nvPr>
            <p:ph type="title" idx="4294967295"/>
          </p:nvPr>
        </p:nvSpPr>
        <p:spPr/>
        <p:txBody>
          <a:bodyPr vert="horz">
            <a:spAutoFit/>
          </a:bodyPr>
          <a:lstStyle/>
          <a:p>
            <a:pPr lvl="0"/>
            <a:r>
              <a:rPr lang="en-US"/>
              <a:t>Ako ovo sada zamenimo nazad u JPZ:</a:t>
            </a:r>
          </a:p>
        </p:txBody>
      </p:sp>
      <p:sp>
        <p:nvSpPr>
          <p:cNvPr id="3" name="Text Placeholder 2">
            <a:extLst>
              <a:ext uri="{FF2B5EF4-FFF2-40B4-BE49-F238E27FC236}">
                <a16:creationId xmlns:a16="http://schemas.microsoft.com/office/drawing/2014/main" id="{3D2DD8BB-C3A9-66AA-C6D2-EC7EBA02E3F7}"/>
              </a:ext>
            </a:extLst>
          </p:cNvPr>
          <p:cNvSpPr txBox="1">
            <a:spLocks noGrp="1"/>
          </p:cNvSpPr>
          <p:nvPr>
            <p:ph type="body" idx="4294967295"/>
          </p:nvPr>
        </p:nvSpPr>
        <p:spPr/>
        <p:txBody>
          <a:bodyPr/>
          <a:lstStyle/>
          <a:p>
            <a:pPr lvl="0">
              <a:spcBef>
                <a:spcPts val="0"/>
              </a:spcBef>
              <a:spcAft>
                <a:spcPts val="1582"/>
              </a:spcAft>
            </a:pPr>
            <a:r>
              <a:rPr lang="en-US"/>
              <a:t>Dobijamo integro-diferencijalnu jednačinu:</a:t>
            </a: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Slično kao problem ravnoteže zračenja samo smo sada fiksirani na jednu talasnu dužinu.</a:t>
            </a:r>
          </a:p>
        </p:txBody>
      </p:sp>
      <p:pic>
        <p:nvPicPr>
          <p:cNvPr id="4" name="">
            <a:extLst>
              <a:ext uri="{FF2B5EF4-FFF2-40B4-BE49-F238E27FC236}">
                <a16:creationId xmlns:a16="http://schemas.microsoft.com/office/drawing/2014/main" id="{3DD4B857-3DFF-7611-7A57-72D8CC7A5B55}"/>
              </a:ext>
            </a:extLst>
          </p:cNvPr>
          <p:cNvPicPr>
            <a:picLocks noChangeAspect="1"/>
          </p:cNvPicPr>
          <p:nvPr/>
        </p:nvPicPr>
        <p:blipFill>
          <a:blip r:embed="rId3">
            <a:lum/>
            <a:alphaModFix/>
          </a:blip>
          <a:srcRect/>
          <a:stretch>
            <a:fillRect/>
          </a:stretch>
        </p:blipFill>
        <p:spPr>
          <a:xfrm>
            <a:off x="2712600" y="2044800"/>
            <a:ext cx="4651200" cy="792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4731-95A9-9D26-93D4-A0FC2D8C0112}"/>
              </a:ext>
            </a:extLst>
          </p:cNvPr>
          <p:cNvSpPr txBox="1">
            <a:spLocks noGrp="1"/>
          </p:cNvSpPr>
          <p:nvPr>
            <p:ph type="title" idx="4294967295"/>
          </p:nvPr>
        </p:nvSpPr>
        <p:spPr>
          <a:xfrm>
            <a:off x="288360" y="82080"/>
            <a:ext cx="9541800" cy="603720"/>
          </a:xfrm>
        </p:spPr>
        <p:txBody>
          <a:bodyPr vert="horz">
            <a:spAutoFit/>
          </a:bodyPr>
          <a:lstStyle/>
          <a:p>
            <a:pPr lvl="0"/>
            <a:r>
              <a:rPr lang="en-US"/>
              <a:t>Nazad na rasejanje u linijama</a:t>
            </a:r>
          </a:p>
        </p:txBody>
      </p:sp>
      <p:sp>
        <p:nvSpPr>
          <p:cNvPr id="3" name="Text Placeholder 2">
            <a:extLst>
              <a:ext uri="{FF2B5EF4-FFF2-40B4-BE49-F238E27FC236}">
                <a16:creationId xmlns:a16="http://schemas.microsoft.com/office/drawing/2014/main" id="{3A3FF457-E920-6588-E9A2-99853F565402}"/>
              </a:ext>
            </a:extLst>
          </p:cNvPr>
          <p:cNvSpPr txBox="1">
            <a:spLocks noGrp="1"/>
          </p:cNvSpPr>
          <p:nvPr>
            <p:ph type="body" idx="4294967295"/>
          </p:nvPr>
        </p:nvSpPr>
        <p:spPr>
          <a:xfrm>
            <a:off x="288360" y="3429000"/>
            <a:ext cx="9541800" cy="2057400"/>
          </a:xfrm>
        </p:spPr>
        <p:txBody>
          <a:bodyPr/>
          <a:lstStyle/>
          <a:p>
            <a:pPr lvl="0">
              <a:spcBef>
                <a:spcPts val="0"/>
              </a:spcBef>
              <a:spcAft>
                <a:spcPts val="1582"/>
              </a:spcAft>
            </a:pPr>
            <a:r>
              <a:rPr lang="en-US"/>
              <a:t>Možemo da pretpostavimo (videćemo kasnije da ima boljih pretpostavki), da će se linija ponašati isto kao kontinuum, samo sa malo drugačijim (ali konceptualno istim) izrazom za epsilon:</a:t>
            </a:r>
          </a:p>
        </p:txBody>
      </p:sp>
      <p:pic>
        <p:nvPicPr>
          <p:cNvPr id="4" name="">
            <a:extLst>
              <a:ext uri="{FF2B5EF4-FFF2-40B4-BE49-F238E27FC236}">
                <a16:creationId xmlns:a16="http://schemas.microsoft.com/office/drawing/2014/main" id="{06DC0088-FE50-96A1-3B48-867D462F7B4C}"/>
              </a:ext>
            </a:extLst>
          </p:cNvPr>
          <p:cNvPicPr>
            <a:picLocks noChangeAspect="1"/>
          </p:cNvPicPr>
          <p:nvPr/>
        </p:nvPicPr>
        <p:blipFill>
          <a:blip r:embed="rId3">
            <a:lum/>
            <a:alphaModFix/>
          </a:blip>
          <a:srcRect/>
          <a:stretch>
            <a:fillRect/>
          </a:stretch>
        </p:blipFill>
        <p:spPr>
          <a:xfrm>
            <a:off x="4515480" y="4572000"/>
            <a:ext cx="4628880" cy="847439"/>
          </a:xfrm>
          <a:prstGeom prst="rect">
            <a:avLst/>
          </a:prstGeom>
          <a:noFill/>
          <a:ln w="29160">
            <a:solidFill>
              <a:srgbClr val="3465A4"/>
            </a:solidFill>
            <a:prstDash val="solid"/>
          </a:ln>
        </p:spPr>
      </p:pic>
      <p:pic>
        <p:nvPicPr>
          <p:cNvPr id="5" name="">
            <a:extLst>
              <a:ext uri="{FF2B5EF4-FFF2-40B4-BE49-F238E27FC236}">
                <a16:creationId xmlns:a16="http://schemas.microsoft.com/office/drawing/2014/main" id="{748BAB2F-22FD-F5E8-83DA-C50838ADC2A4}"/>
              </a:ext>
            </a:extLst>
          </p:cNvPr>
          <p:cNvPicPr>
            <a:picLocks noChangeAspect="1"/>
          </p:cNvPicPr>
          <p:nvPr/>
        </p:nvPicPr>
        <p:blipFill>
          <a:blip r:embed="rId4">
            <a:lum/>
            <a:alphaModFix/>
          </a:blip>
          <a:srcRect/>
          <a:stretch>
            <a:fillRect/>
          </a:stretch>
        </p:blipFill>
        <p:spPr>
          <a:xfrm>
            <a:off x="646200" y="1143360"/>
            <a:ext cx="4114440" cy="1581480"/>
          </a:xfrm>
          <a:prstGeom prst="rect">
            <a:avLst/>
          </a:prstGeom>
          <a:noFill/>
          <a:ln>
            <a:noFill/>
          </a:ln>
        </p:spPr>
      </p:pic>
      <p:pic>
        <p:nvPicPr>
          <p:cNvPr id="6" name="">
            <a:extLst>
              <a:ext uri="{FF2B5EF4-FFF2-40B4-BE49-F238E27FC236}">
                <a16:creationId xmlns:a16="http://schemas.microsoft.com/office/drawing/2014/main" id="{59B0E6FF-A6F5-E13D-6EC0-D10F82BE6E9F}"/>
              </a:ext>
            </a:extLst>
          </p:cNvPr>
          <p:cNvPicPr>
            <a:picLocks noChangeAspect="1"/>
          </p:cNvPicPr>
          <p:nvPr/>
        </p:nvPicPr>
        <p:blipFill>
          <a:blip r:embed="rId5">
            <a:lum/>
            <a:alphaModFix/>
          </a:blip>
          <a:srcRect/>
          <a:stretch>
            <a:fillRect/>
          </a:stretch>
        </p:blipFill>
        <p:spPr>
          <a:xfrm>
            <a:off x="5487120" y="1143000"/>
            <a:ext cx="4114440" cy="1654560"/>
          </a:xfrm>
          <a:prstGeom prst="rect">
            <a:avLst/>
          </a:prstGeom>
          <a:noFill/>
          <a:ln>
            <a:noFill/>
          </a:ln>
        </p:spPr>
      </p:pic>
      <p:sp>
        <p:nvSpPr>
          <p:cNvPr id="7" name="Straight Connector 6">
            <a:extLst>
              <a:ext uri="{FF2B5EF4-FFF2-40B4-BE49-F238E27FC236}">
                <a16:creationId xmlns:a16="http://schemas.microsoft.com/office/drawing/2014/main" id="{02846050-9C55-A1F7-97AC-C6AA8807B907}"/>
              </a:ext>
            </a:extLst>
          </p:cNvPr>
          <p:cNvSpPr/>
          <p:nvPr/>
        </p:nvSpPr>
        <p:spPr>
          <a:xfrm>
            <a:off x="3200400" y="4800600"/>
            <a:ext cx="2285999" cy="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Box 7">
            <a:extLst>
              <a:ext uri="{FF2B5EF4-FFF2-40B4-BE49-F238E27FC236}">
                <a16:creationId xmlns:a16="http://schemas.microsoft.com/office/drawing/2014/main" id="{ACDDA7A1-FEC4-2102-7E19-5418D068E9C8}"/>
              </a:ext>
            </a:extLst>
          </p:cNvPr>
          <p:cNvSpPr txBox="1"/>
          <p:nvPr/>
        </p:nvSpPr>
        <p:spPr>
          <a:xfrm>
            <a:off x="1600200" y="4343400"/>
            <a:ext cx="182880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Učestanost sudarne de-ekscitacije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7D1F-88A2-0574-D022-9FAB3E94A671}"/>
              </a:ext>
            </a:extLst>
          </p:cNvPr>
          <p:cNvSpPr txBox="1">
            <a:spLocks noGrp="1"/>
          </p:cNvSpPr>
          <p:nvPr>
            <p:ph type="title" idx="4294967295"/>
          </p:nvPr>
        </p:nvSpPr>
        <p:spPr/>
        <p:txBody>
          <a:bodyPr vert="horz">
            <a:spAutoFit/>
          </a:bodyPr>
          <a:lstStyle/>
          <a:p>
            <a:pPr lvl="0"/>
            <a:r>
              <a:rPr lang="en-US"/>
              <a:t>(Klasični) modeli formiranja spektralnih linija</a:t>
            </a:r>
          </a:p>
        </p:txBody>
      </p:sp>
      <p:sp>
        <p:nvSpPr>
          <p:cNvPr id="3" name="Text Placeholder 2">
            <a:extLst>
              <a:ext uri="{FF2B5EF4-FFF2-40B4-BE49-F238E27FC236}">
                <a16:creationId xmlns:a16="http://schemas.microsoft.com/office/drawing/2014/main" id="{E56265C2-C2AA-DD98-055F-69B340454EED}"/>
              </a:ext>
            </a:extLst>
          </p:cNvPr>
          <p:cNvSpPr txBox="1">
            <a:spLocks noGrp="1"/>
          </p:cNvSpPr>
          <p:nvPr>
            <p:ph type="body" idx="4294967295"/>
          </p:nvPr>
        </p:nvSpPr>
        <p:spPr/>
        <p:txBody>
          <a:bodyPr/>
          <a:lstStyle/>
          <a:p>
            <a:pPr lvl="0">
              <a:spcBef>
                <a:spcPts val="0"/>
              </a:spcBef>
              <a:spcAft>
                <a:spcPts val="1582"/>
              </a:spcAft>
            </a:pPr>
            <a:r>
              <a:rPr lang="en-US"/>
              <a:t>Termalna emisija i apsorpcija (Schwartzshield, 1914):</a:t>
            </a:r>
            <a:br>
              <a:rPr lang="en-US"/>
            </a:br>
            <a:br>
              <a:rPr lang="en-US"/>
            </a:br>
            <a:br>
              <a:rPr lang="en-US"/>
            </a:br>
            <a:endParaRPr lang="en-US"/>
          </a:p>
          <a:p>
            <a:pPr lvl="0">
              <a:spcBef>
                <a:spcPts val="0"/>
              </a:spcBef>
              <a:spcAft>
                <a:spcPts val="1582"/>
              </a:spcAft>
            </a:pPr>
            <a:r>
              <a:rPr lang="en-US"/>
              <a:t>Izotropno i koherentno rasejanje (Shuster, 1905): </a:t>
            </a:r>
            <a:br>
              <a:rPr lang="en-US"/>
            </a:br>
            <a:br>
              <a:rPr lang="en-US"/>
            </a:br>
            <a:br>
              <a:rPr lang="en-US"/>
            </a:br>
            <a:endParaRPr lang="en-US"/>
          </a:p>
          <a:p>
            <a:pPr lvl="0">
              <a:spcBef>
                <a:spcPts val="0"/>
              </a:spcBef>
              <a:spcAft>
                <a:spcPts val="1582"/>
              </a:spcAft>
            </a:pPr>
            <a:r>
              <a:rPr lang="en-US"/>
              <a:t>Milne-Eddingtonov model: </a:t>
            </a:r>
            <a:r>
              <a:rPr lang="en-US" b="1"/>
              <a:t>i termalni procesi i rasejanje (koherentno i izotropno)</a:t>
            </a:r>
            <a:br>
              <a:rPr lang="en-US" b="1"/>
            </a:br>
            <a:br>
              <a:rPr lang="en-US" b="1"/>
            </a:br>
            <a:br>
              <a:rPr lang="en-US" b="1"/>
            </a:br>
            <a:br>
              <a:rPr lang="en-US" b="1"/>
            </a:br>
            <a:br>
              <a:rPr lang="en-US" b="1"/>
            </a:br>
            <a:r>
              <a:rPr lang="en-US"/>
              <a:t>Videćemo da je jedino u ovom poslednjem slučaju funkcija izvora zavisna od lambda!</a:t>
            </a:r>
          </a:p>
        </p:txBody>
      </p:sp>
      <p:pic>
        <p:nvPicPr>
          <p:cNvPr id="4" name="">
            <a:extLst>
              <a:ext uri="{FF2B5EF4-FFF2-40B4-BE49-F238E27FC236}">
                <a16:creationId xmlns:a16="http://schemas.microsoft.com/office/drawing/2014/main" id="{D2A7FEC3-5E1E-8449-085E-FFA152A2A7E0}"/>
              </a:ext>
            </a:extLst>
          </p:cNvPr>
          <p:cNvPicPr>
            <a:picLocks noChangeAspect="1"/>
          </p:cNvPicPr>
          <p:nvPr/>
        </p:nvPicPr>
        <p:blipFill>
          <a:blip r:embed="rId3">
            <a:lum/>
            <a:alphaModFix/>
          </a:blip>
          <a:srcRect/>
          <a:stretch>
            <a:fillRect/>
          </a:stretch>
        </p:blipFill>
        <p:spPr>
          <a:xfrm>
            <a:off x="4471200" y="2743199"/>
            <a:ext cx="1015200" cy="385200"/>
          </a:xfrm>
          <a:prstGeom prst="rect">
            <a:avLst/>
          </a:prstGeom>
          <a:noFill/>
          <a:ln>
            <a:noFill/>
          </a:ln>
        </p:spPr>
      </p:pic>
      <p:pic>
        <p:nvPicPr>
          <p:cNvPr id="5" name="">
            <a:extLst>
              <a:ext uri="{FF2B5EF4-FFF2-40B4-BE49-F238E27FC236}">
                <a16:creationId xmlns:a16="http://schemas.microsoft.com/office/drawing/2014/main" id="{B93934B1-353E-5677-83D1-752D242FDB69}"/>
              </a:ext>
            </a:extLst>
          </p:cNvPr>
          <p:cNvPicPr>
            <a:picLocks noChangeAspect="1"/>
          </p:cNvPicPr>
          <p:nvPr/>
        </p:nvPicPr>
        <p:blipFill>
          <a:blip r:embed="rId4">
            <a:lum/>
            <a:alphaModFix/>
          </a:blip>
          <a:srcRect/>
          <a:stretch>
            <a:fillRect/>
          </a:stretch>
        </p:blipFill>
        <p:spPr>
          <a:xfrm>
            <a:off x="3504600" y="4150440"/>
            <a:ext cx="3067200" cy="385200"/>
          </a:xfrm>
          <a:prstGeom prst="rect">
            <a:avLst/>
          </a:prstGeom>
          <a:noFill/>
          <a:ln>
            <a:noFill/>
          </a:ln>
        </p:spPr>
      </p:pic>
      <p:pic>
        <p:nvPicPr>
          <p:cNvPr id="6" name="">
            <a:extLst>
              <a:ext uri="{FF2B5EF4-FFF2-40B4-BE49-F238E27FC236}">
                <a16:creationId xmlns:a16="http://schemas.microsoft.com/office/drawing/2014/main" id="{2045E776-E021-13D8-B4BA-FD3BDD443E75}"/>
              </a:ext>
            </a:extLst>
          </p:cNvPr>
          <p:cNvPicPr>
            <a:picLocks noChangeAspect="1"/>
          </p:cNvPicPr>
          <p:nvPr/>
        </p:nvPicPr>
        <p:blipFill>
          <a:blip r:embed="rId5">
            <a:lum/>
            <a:alphaModFix/>
          </a:blip>
          <a:srcRect/>
          <a:stretch>
            <a:fillRect/>
          </a:stretch>
        </p:blipFill>
        <p:spPr>
          <a:xfrm>
            <a:off x="4296600" y="1450440"/>
            <a:ext cx="1483199" cy="385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BC94-76A9-6C80-E2B5-3F5C845C3746}"/>
              </a:ext>
            </a:extLst>
          </p:cNvPr>
          <p:cNvSpPr txBox="1">
            <a:spLocks noGrp="1"/>
          </p:cNvSpPr>
          <p:nvPr>
            <p:ph type="title" idx="4294967295"/>
          </p:nvPr>
        </p:nvSpPr>
        <p:spPr/>
        <p:txBody>
          <a:bodyPr vert="horz">
            <a:spAutoFit/>
          </a:bodyPr>
          <a:lstStyle/>
          <a:p>
            <a:pPr lvl="0"/>
            <a:r>
              <a:rPr lang="en-US"/>
              <a:t>Milne-Eddingtonov model</a:t>
            </a:r>
          </a:p>
        </p:txBody>
      </p:sp>
      <p:sp>
        <p:nvSpPr>
          <p:cNvPr id="3" name="Text Placeholder 2">
            <a:extLst>
              <a:ext uri="{FF2B5EF4-FFF2-40B4-BE49-F238E27FC236}">
                <a16:creationId xmlns:a16="http://schemas.microsoft.com/office/drawing/2014/main" id="{A037D103-4415-C311-660C-E8D8B04E44B3}"/>
              </a:ext>
            </a:extLst>
          </p:cNvPr>
          <p:cNvSpPr txBox="1">
            <a:spLocks noGrp="1"/>
          </p:cNvSpPr>
          <p:nvPr>
            <p:ph type="body" idx="4294967295"/>
          </p:nvPr>
        </p:nvSpPr>
        <p:spPr/>
        <p:txBody>
          <a:bodyPr/>
          <a:lstStyle/>
          <a:p>
            <a:pPr lvl="0">
              <a:spcBef>
                <a:spcPts val="0"/>
              </a:spcBef>
              <a:spcAft>
                <a:spcPts val="1582"/>
              </a:spcAft>
            </a:pPr>
            <a:r>
              <a:rPr lang="en-US"/>
              <a:t>Zove se tako ne zato što pretpostavljamo linearnu funkciju izvora već zato što se rešava jako slično kao problem RZ (Milneov problem)</a:t>
            </a:r>
            <a:br>
              <a:rPr lang="en-US"/>
            </a:br>
            <a:br>
              <a:rPr lang="en-US"/>
            </a:br>
            <a:br>
              <a:rPr lang="en-US"/>
            </a:br>
            <a:endParaRPr lang="en-US"/>
          </a:p>
          <a:p>
            <a:pPr lvl="0">
              <a:spcBef>
                <a:spcPts val="0"/>
              </a:spcBef>
              <a:spcAft>
                <a:spcPts val="1582"/>
              </a:spcAft>
            </a:pPr>
            <a:r>
              <a:rPr lang="en-US"/>
              <a:t>Izvedimo izraz za funkciju izvora u liniji ako:</a:t>
            </a:r>
            <a:br>
              <a:rPr lang="en-US"/>
            </a:br>
            <a:br>
              <a:rPr lang="en-US"/>
            </a:br>
            <a:endParaRPr lang="en-US"/>
          </a:p>
          <a:p>
            <a:pPr lvl="0">
              <a:spcBef>
                <a:spcPts val="0"/>
              </a:spcBef>
              <a:spcAft>
                <a:spcPts val="1582"/>
              </a:spcAft>
            </a:pPr>
            <a:r>
              <a:rPr lang="en-US"/>
              <a:t>Da li sam svuda stavio dobre zavisnosti</a:t>
            </a:r>
            <a:br>
              <a:rPr lang="en-US"/>
            </a:br>
            <a:r>
              <a:rPr lang="en-US"/>
              <a:t>od talasne dužine?</a:t>
            </a:r>
          </a:p>
          <a:p>
            <a:pPr lvl="0">
              <a:spcBef>
                <a:spcPts val="0"/>
              </a:spcBef>
              <a:spcAft>
                <a:spcPts val="1582"/>
              </a:spcAft>
            </a:pPr>
            <a:r>
              <a:rPr lang="en-US"/>
              <a:t>Obratite pažnju da intenzitet i dalje </a:t>
            </a:r>
            <a:br>
              <a:rPr lang="en-US"/>
            </a:br>
            <a:r>
              <a:rPr lang="en-US" b="1"/>
              <a:t>zavisi od talasne dužine!</a:t>
            </a:r>
          </a:p>
        </p:txBody>
      </p:sp>
      <p:pic>
        <p:nvPicPr>
          <p:cNvPr id="4" name="">
            <a:extLst>
              <a:ext uri="{FF2B5EF4-FFF2-40B4-BE49-F238E27FC236}">
                <a16:creationId xmlns:a16="http://schemas.microsoft.com/office/drawing/2014/main" id="{3AA93F6F-0A57-E958-86F3-61FB809D8B02}"/>
              </a:ext>
            </a:extLst>
          </p:cNvPr>
          <p:cNvPicPr>
            <a:picLocks noChangeAspect="1"/>
          </p:cNvPicPr>
          <p:nvPr/>
        </p:nvPicPr>
        <p:blipFill>
          <a:blip r:embed="rId3">
            <a:lum/>
            <a:alphaModFix/>
          </a:blip>
          <a:srcRect/>
          <a:stretch>
            <a:fillRect/>
          </a:stretch>
        </p:blipFill>
        <p:spPr>
          <a:xfrm>
            <a:off x="3504600" y="1702440"/>
            <a:ext cx="3067200" cy="385200"/>
          </a:xfrm>
          <a:prstGeom prst="rect">
            <a:avLst/>
          </a:prstGeom>
          <a:noFill/>
          <a:ln>
            <a:noFill/>
          </a:ln>
        </p:spPr>
      </p:pic>
      <p:pic>
        <p:nvPicPr>
          <p:cNvPr id="5" name="">
            <a:extLst>
              <a:ext uri="{FF2B5EF4-FFF2-40B4-BE49-F238E27FC236}">
                <a16:creationId xmlns:a16="http://schemas.microsoft.com/office/drawing/2014/main" id="{73CBC570-215F-CEC8-FDDF-AC35CA0B97B5}"/>
              </a:ext>
            </a:extLst>
          </p:cNvPr>
          <p:cNvPicPr>
            <a:picLocks noChangeAspect="1"/>
          </p:cNvPicPr>
          <p:nvPr/>
        </p:nvPicPr>
        <p:blipFill>
          <a:blip r:embed="rId4">
            <a:lum/>
            <a:alphaModFix/>
          </a:blip>
          <a:srcRect/>
          <a:stretch>
            <a:fillRect/>
          </a:stretch>
        </p:blipFill>
        <p:spPr>
          <a:xfrm>
            <a:off x="5628239" y="2647439"/>
            <a:ext cx="3211200" cy="27431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91177-73FB-CD06-8A41-C4BCF0F223DE}"/>
              </a:ext>
            </a:extLst>
          </p:cNvPr>
          <p:cNvSpPr txBox="1">
            <a:spLocks noGrp="1"/>
          </p:cNvSpPr>
          <p:nvPr>
            <p:ph type="title" idx="4294967295"/>
          </p:nvPr>
        </p:nvSpPr>
        <p:spPr/>
        <p:txBody>
          <a:bodyPr vert="horz">
            <a:spAutoFit/>
          </a:bodyPr>
          <a:lstStyle/>
          <a:p>
            <a:pPr lvl="0"/>
            <a:r>
              <a:rPr lang="en-US"/>
              <a:t>Da sumiramo:</a:t>
            </a:r>
          </a:p>
        </p:txBody>
      </p:sp>
      <p:sp>
        <p:nvSpPr>
          <p:cNvPr id="3" name="Text Placeholder 2">
            <a:extLst>
              <a:ext uri="{FF2B5EF4-FFF2-40B4-BE49-F238E27FC236}">
                <a16:creationId xmlns:a16="http://schemas.microsoft.com/office/drawing/2014/main" id="{4B3DCE34-E847-54E9-E6EA-76492ECFCA34}"/>
              </a:ext>
            </a:extLst>
          </p:cNvPr>
          <p:cNvSpPr txBox="1">
            <a:spLocks noGrp="1"/>
          </p:cNvSpPr>
          <p:nvPr>
            <p:ph type="body" idx="4294967295"/>
          </p:nvPr>
        </p:nvSpPr>
        <p:spPr/>
        <p:txBody>
          <a:bodyPr/>
          <a:lstStyle/>
          <a:p>
            <a:pPr lvl="0">
              <a:spcBef>
                <a:spcPts val="0"/>
              </a:spcBef>
              <a:spcAft>
                <a:spcPts val="1582"/>
              </a:spcAft>
            </a:pPr>
            <a:r>
              <a:rPr lang="en-US"/>
              <a:t>Računanje (modelovanje) spektra u spektralnim linijama prati iste korake kao za kontinuum</a:t>
            </a:r>
          </a:p>
          <a:p>
            <a:pPr lvl="0">
              <a:spcBef>
                <a:spcPts val="0"/>
              </a:spcBef>
              <a:spcAft>
                <a:spcPts val="1582"/>
              </a:spcAft>
            </a:pPr>
            <a:r>
              <a:rPr lang="en-US"/>
              <a:t>Izračunamo neprozračnost</a:t>
            </a:r>
          </a:p>
          <a:p>
            <a:pPr lvl="0">
              <a:spcBef>
                <a:spcPts val="0"/>
              </a:spcBef>
              <a:spcAft>
                <a:spcPts val="1582"/>
              </a:spcAft>
            </a:pPr>
            <a:r>
              <a:rPr lang="en-US"/>
              <a:t>Zavisno od aproksimacije, nadjemo funkciju izvora u liniji (na željenim talasnim dužinama)</a:t>
            </a:r>
          </a:p>
          <a:p>
            <a:pPr lvl="0">
              <a:spcBef>
                <a:spcPts val="0"/>
              </a:spcBef>
              <a:spcAft>
                <a:spcPts val="1582"/>
              </a:spcAft>
            </a:pPr>
            <a:r>
              <a:rPr lang="en-US"/>
              <a:t>Rešavamo:</a:t>
            </a:r>
            <a:br>
              <a:rPr lang="en-US"/>
            </a:br>
            <a:br>
              <a:rPr lang="en-US"/>
            </a:br>
            <a:br>
              <a:rPr lang="en-US"/>
            </a:br>
            <a:br>
              <a:rPr lang="en-US"/>
            </a:br>
            <a:br>
              <a:rPr lang="en-US"/>
            </a:br>
            <a:endParaRPr lang="en-US"/>
          </a:p>
          <a:p>
            <a:pPr lvl="0">
              <a:spcBef>
                <a:spcPts val="0"/>
              </a:spcBef>
              <a:spcAft>
                <a:spcPts val="1582"/>
              </a:spcAft>
            </a:pPr>
            <a:r>
              <a:rPr lang="en-US"/>
              <a:t>Videćemo da je ovo samo konačno računanje izlaznog spektra i da ćemo možda u medjuvremenu morati da rešimo još mnogo JPZ da bismo našli funkciju izvora.</a:t>
            </a:r>
            <a:br>
              <a:rPr lang="en-US"/>
            </a:br>
            <a:br>
              <a:rPr lang="en-US"/>
            </a:br>
            <a:endParaRPr lang="en-US"/>
          </a:p>
        </p:txBody>
      </p:sp>
      <p:pic>
        <p:nvPicPr>
          <p:cNvPr id="4" name="">
            <a:extLst>
              <a:ext uri="{FF2B5EF4-FFF2-40B4-BE49-F238E27FC236}">
                <a16:creationId xmlns:a16="http://schemas.microsoft.com/office/drawing/2014/main" id="{1FDCA2AD-163C-F01E-A052-AE77A23958E2}"/>
              </a:ext>
            </a:extLst>
          </p:cNvPr>
          <p:cNvPicPr>
            <a:picLocks noChangeAspect="1"/>
          </p:cNvPicPr>
          <p:nvPr/>
        </p:nvPicPr>
        <p:blipFill>
          <a:blip r:embed="rId3">
            <a:lum/>
            <a:alphaModFix/>
          </a:blip>
          <a:srcRect/>
          <a:stretch>
            <a:fillRect/>
          </a:stretch>
        </p:blipFill>
        <p:spPr>
          <a:xfrm>
            <a:off x="3504600" y="2814840"/>
            <a:ext cx="3067200" cy="752400"/>
          </a:xfrm>
          <a:prstGeom prst="rect">
            <a:avLst/>
          </a:prstGeom>
          <a:noFill/>
          <a:ln>
            <a:noFill/>
          </a:ln>
        </p:spPr>
      </p:pic>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20492</TotalTime>
  <Words>1731</Words>
  <Application>Microsoft Office PowerPoint</Application>
  <PresentationFormat>Widescreen</PresentationFormat>
  <Paragraphs>179</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Liberation Sans</vt:lpstr>
      <vt:lpstr>Liberation Serif</vt:lpstr>
      <vt:lpstr>Rubik</vt:lpstr>
      <vt:lpstr>Rubik Light</vt:lpstr>
      <vt:lpstr>StarSymbol</vt:lpstr>
      <vt:lpstr>Default</vt:lpstr>
      <vt:lpstr>PowerPoint Presentation</vt:lpstr>
      <vt:lpstr>Zašto spektralne linije?</vt:lpstr>
      <vt:lpstr>Setimo se Eddinton-Barbije relacije</vt:lpstr>
      <vt:lpstr>Posledice i važnost spektralnih linija</vt:lpstr>
      <vt:lpstr>Posledice i važnost spektralnih linija</vt:lpstr>
      <vt:lpstr>Posledice i važnost spektralnih linija</vt:lpstr>
      <vt:lpstr>Računanje koeficijenta apsorpcije i emisije (!tabla)</vt:lpstr>
      <vt:lpstr>Pošto nemamo tablu, moraćemo dimenziono da se uverimo</vt:lpstr>
      <vt:lpstr>Ukupan koeficijent apsorpcije</vt:lpstr>
      <vt:lpstr>Funkcija izvora u liniji</vt:lpstr>
      <vt:lpstr>Medjutim</vt:lpstr>
      <vt:lpstr>Odstupanje od LTR</vt:lpstr>
      <vt:lpstr>Odstupanje od LTR</vt:lpstr>
      <vt:lpstr>LTR</vt:lpstr>
      <vt:lpstr>LTR</vt:lpstr>
      <vt:lpstr>LTE i zračenje</vt:lpstr>
      <vt:lpstr>LTR i zračenje</vt:lpstr>
      <vt:lpstr>Ili kao što stoji u knjizi Stellar Atmospheres III (Mihalas &amp; Hubeny)</vt:lpstr>
      <vt:lpstr>Nije očigledno, ali povezano je sa ovim problemom:</vt:lpstr>
      <vt:lpstr>Da skiciramo (možemo i tablu):</vt:lpstr>
      <vt:lpstr>Da skiciramo (možemo i tablu):</vt:lpstr>
      <vt:lpstr>Razmišljajmo o sledećem:</vt:lpstr>
      <vt:lpstr>Razmišljajmo o sledećem:</vt:lpstr>
      <vt:lpstr>Rasejanje (u) spektralnim linijama</vt:lpstr>
      <vt:lpstr>Koherentno rasejanje</vt:lpstr>
      <vt:lpstr>U kom slučaju ćemo videti više rasejanih fotona?</vt:lpstr>
      <vt:lpstr>Koeficijent emisije u kontinuumu usled rasejanja</vt:lpstr>
      <vt:lpstr>Ako ovo sada zamenimo nazad u JPZ:</vt:lpstr>
      <vt:lpstr>Nazad na rasejanje u linijama</vt:lpstr>
      <vt:lpstr>(Klasični) modeli formiranja spektralnih linija</vt:lpstr>
      <vt:lpstr>Milne-Eddingtonov model</vt:lpstr>
      <vt:lpstr>Da sumiramo: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Ivan Milic</cp:lastModifiedBy>
  <cp:revision>2466</cp:revision>
  <dcterms:created xsi:type="dcterms:W3CDTF">2021-01-12T21:16:47Z</dcterms:created>
  <dcterms:modified xsi:type="dcterms:W3CDTF">2026-01-16T15:07:45Z</dcterms:modified>
</cp:coreProperties>
</file>