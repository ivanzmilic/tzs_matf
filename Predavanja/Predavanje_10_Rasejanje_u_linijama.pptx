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256" r:id="rId2"/>
    <p:sldId id="258" r:id="rId3"/>
    <p:sldId id="259" r:id="rId4"/>
    <p:sldId id="260" r:id="rId5"/>
    <p:sldId id="261" r:id="rId6"/>
    <p:sldId id="262" r:id="rId7"/>
    <p:sldId id="264" r:id="rId8"/>
    <p:sldId id="265" r:id="rId9"/>
    <p:sldId id="266" r:id="rId10"/>
    <p:sldId id="269" r:id="rId11"/>
    <p:sldId id="270"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90" r:id="rId27"/>
    <p:sldId id="286" r:id="rId28"/>
    <p:sldId id="288" r:id="rId29"/>
    <p:sldId id="271" r:id="rId30"/>
    <p:sldId id="289" r:id="rId31"/>
    <p:sldId id="287" r:id="rId32"/>
  </p:sldIdLst>
  <p:sldSz cx="10077450" cy="5668963"/>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71" d="100"/>
          <a:sy n="171" d="100"/>
        </p:scale>
        <p:origin x="996"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5C54EB-1E56-DE42-D8F0-282C4D1A596C}"/>
              </a:ext>
            </a:extLst>
          </p:cNvPr>
          <p:cNvSpPr txBox="1">
            <a:spLocks noGrp="1"/>
          </p:cNvSpPr>
          <p:nvPr>
            <p:ph type="hdr" sz="quarter"/>
          </p:nvPr>
        </p:nvSpPr>
        <p:spPr>
          <a:xfrm>
            <a:off x="0" y="0"/>
            <a:ext cx="3372840" cy="502560"/>
          </a:xfrm>
          <a:prstGeom prst="rect">
            <a:avLst/>
          </a:prstGeom>
          <a:noFill/>
          <a:ln>
            <a:noFill/>
          </a:ln>
        </p:spPr>
        <p:txBody>
          <a:bodyPr vert="horz" wrap="none" lIns="90000" tIns="45000" rIns="90000" bIns="45000" anchorCtr="0" compatLnSpc="0">
            <a:noAutofit/>
          </a:bodyPr>
          <a:lstStyle/>
          <a:p>
            <a:pPr marL="0" marR="0" lvl="0" indent="0"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Microsoft YaHei" pitchFamily="2"/>
              <a:cs typeface="Arial" pitchFamily="2"/>
            </a:endParaRPr>
          </a:p>
        </p:txBody>
      </p:sp>
      <p:sp>
        <p:nvSpPr>
          <p:cNvPr id="3" name="Date Placeholder 2">
            <a:extLst>
              <a:ext uri="{FF2B5EF4-FFF2-40B4-BE49-F238E27FC236}">
                <a16:creationId xmlns:a16="http://schemas.microsoft.com/office/drawing/2014/main" id="{829385E2-069D-FCDD-7503-9709E8618895}"/>
              </a:ext>
            </a:extLst>
          </p:cNvPr>
          <p:cNvSpPr txBox="1">
            <a:spLocks noGrp="1"/>
          </p:cNvSpPr>
          <p:nvPr>
            <p:ph type="dt" sz="quarter" idx="1"/>
          </p:nvPr>
        </p:nvSpPr>
        <p:spPr>
          <a:xfrm>
            <a:off x="4399200" y="0"/>
            <a:ext cx="3372840" cy="502560"/>
          </a:xfrm>
          <a:prstGeom prst="rect">
            <a:avLst/>
          </a:prstGeom>
          <a:noFill/>
          <a:ln>
            <a:noFill/>
          </a:ln>
        </p:spPr>
        <p:txBody>
          <a:bodyPr vert="horz" wrap="none" lIns="90000" tIns="45000" rIns="90000" bIns="45000" anchorCtr="0" compatLnSpc="0">
            <a:noAutofit/>
          </a:bodyPr>
          <a:lstStyle/>
          <a:p>
            <a:pPr marL="0" marR="0" lvl="0" indent="0" algn="r"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Microsoft YaHei" pitchFamily="2"/>
              <a:cs typeface="Arial" pitchFamily="2"/>
            </a:endParaRPr>
          </a:p>
        </p:txBody>
      </p:sp>
      <p:sp>
        <p:nvSpPr>
          <p:cNvPr id="4" name="Footer Placeholder 3">
            <a:extLst>
              <a:ext uri="{FF2B5EF4-FFF2-40B4-BE49-F238E27FC236}">
                <a16:creationId xmlns:a16="http://schemas.microsoft.com/office/drawing/2014/main" id="{2E174AA1-CBC2-3ACF-822C-FE0A68A2B81E}"/>
              </a:ext>
            </a:extLst>
          </p:cNvPr>
          <p:cNvSpPr txBox="1">
            <a:spLocks noGrp="1"/>
          </p:cNvSpPr>
          <p:nvPr>
            <p:ph type="ftr" sz="quarter" idx="2"/>
          </p:nvPr>
        </p:nvSpPr>
        <p:spPr>
          <a:xfrm>
            <a:off x="0" y="9555480"/>
            <a:ext cx="3372840" cy="502560"/>
          </a:xfrm>
          <a:prstGeom prst="rect">
            <a:avLst/>
          </a:prstGeom>
          <a:noFill/>
          <a:ln>
            <a:noFill/>
          </a:ln>
        </p:spPr>
        <p:txBody>
          <a:bodyPr vert="horz" wrap="none" lIns="90000" tIns="45000" rIns="90000" bIns="45000" anchor="b" anchorCtr="0" compatLnSpc="0">
            <a:noAutofit/>
          </a:bodyPr>
          <a:lstStyle/>
          <a:p>
            <a:pPr marL="0" marR="0" lvl="0" indent="0"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Microsoft YaHei" pitchFamily="2"/>
              <a:cs typeface="Arial" pitchFamily="2"/>
            </a:endParaRPr>
          </a:p>
        </p:txBody>
      </p:sp>
      <p:sp>
        <p:nvSpPr>
          <p:cNvPr id="5" name="Slide Number Placeholder 4">
            <a:extLst>
              <a:ext uri="{FF2B5EF4-FFF2-40B4-BE49-F238E27FC236}">
                <a16:creationId xmlns:a16="http://schemas.microsoft.com/office/drawing/2014/main" id="{673C2BCA-4A55-3CDE-A673-0DB8A293344C}"/>
              </a:ext>
            </a:extLst>
          </p:cNvPr>
          <p:cNvSpPr txBox="1">
            <a:spLocks noGrp="1"/>
          </p:cNvSpPr>
          <p:nvPr>
            <p:ph type="sldNum" sz="quarter" idx="3"/>
          </p:nvPr>
        </p:nvSpPr>
        <p:spPr>
          <a:xfrm>
            <a:off x="4399200" y="9555480"/>
            <a:ext cx="3372840" cy="502560"/>
          </a:xfrm>
          <a:prstGeom prst="rect">
            <a:avLst/>
          </a:prstGeom>
          <a:noFill/>
          <a:ln>
            <a:noFill/>
          </a:ln>
        </p:spPr>
        <p:txBody>
          <a:bodyPr vert="horz" wrap="none" lIns="90000" tIns="45000" rIns="90000" bIns="45000" anchor="b" anchorCtr="0" compatLnSpc="0">
            <a:noAutofit/>
          </a:bodyPr>
          <a:lstStyle/>
          <a:p>
            <a:pPr marL="0" marR="0" lvl="0" indent="0" algn="r" rtl="0" hangingPunct="0">
              <a:lnSpc>
                <a:spcPct val="100000"/>
              </a:lnSpc>
              <a:spcBef>
                <a:spcPts val="0"/>
              </a:spcBef>
              <a:spcAft>
                <a:spcPts val="0"/>
              </a:spcAft>
              <a:buNone/>
              <a:tabLst/>
              <a:defRPr sz="1400"/>
            </a:pPr>
            <a:fld id="{A0D1BECC-BCB4-4D8D-B477-E1580B830E06}" type="slidenum">
              <a:t>‹#›</a:t>
            </a:fld>
            <a:endParaRPr lang="en-US" sz="1400" b="0" i="0" u="none" strike="noStrike" kern="1200" cap="none">
              <a:ln>
                <a:noFill/>
              </a:ln>
              <a:latin typeface="Liberation Sans" pitchFamily="18"/>
              <a:ea typeface="Microsoft YaHei" pitchFamily="2"/>
              <a:cs typeface="Arial" pitchFamily="2"/>
            </a:endParaRPr>
          </a:p>
        </p:txBody>
      </p:sp>
    </p:spTree>
    <p:extLst>
      <p:ext uri="{BB962C8B-B14F-4D97-AF65-F5344CB8AC3E}">
        <p14:creationId xmlns:p14="http://schemas.microsoft.com/office/powerpoint/2010/main" val="4445208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47854-2DCF-29F1-0D04-F8A83B6A2C08}"/>
              </a:ext>
            </a:extLst>
          </p:cNvPr>
          <p:cNvSpPr>
            <a:spLocks noGrp="1" noRot="1" noChangeAspect="1"/>
          </p:cNvSpPr>
          <p:nvPr>
            <p:ph type="sldImg" idx="2"/>
          </p:nvPr>
        </p:nvSpPr>
        <p:spPr>
          <a:xfrm>
            <a:off x="533520" y="764280"/>
            <a:ext cx="6704640" cy="3771360"/>
          </a:xfrm>
          <a:prstGeom prst="rect">
            <a:avLst/>
          </a:prstGeom>
          <a:noFill/>
          <a:ln>
            <a:noFill/>
            <a:prstDash val="solid"/>
          </a:ln>
        </p:spPr>
      </p:sp>
      <p:sp>
        <p:nvSpPr>
          <p:cNvPr id="3" name="Notes Placeholder 2">
            <a:extLst>
              <a:ext uri="{FF2B5EF4-FFF2-40B4-BE49-F238E27FC236}">
                <a16:creationId xmlns:a16="http://schemas.microsoft.com/office/drawing/2014/main" id="{9E02875F-BEB2-BD9F-07F7-FB98E3300C44}"/>
              </a:ext>
            </a:extLst>
          </p:cNvPr>
          <p:cNvSpPr txBox="1">
            <a:spLocks noGrp="1"/>
          </p:cNvSpPr>
          <p:nvPr>
            <p:ph type="body" sz="quarter" idx="3"/>
          </p:nvPr>
        </p:nvSpPr>
        <p:spPr>
          <a:xfrm>
            <a:off x="777239" y="4777560"/>
            <a:ext cx="6217560" cy="4525920"/>
          </a:xfrm>
          <a:prstGeom prst="rect">
            <a:avLst/>
          </a:prstGeom>
          <a:noFill/>
          <a:ln>
            <a:noFill/>
          </a:ln>
        </p:spPr>
        <p:txBody>
          <a:bodyPr lIns="0" tIns="0" rIns="0" bIns="0"/>
          <a:lstStyle/>
          <a:p>
            <a:endParaRPr lang="en-US"/>
          </a:p>
        </p:txBody>
      </p:sp>
      <p:sp>
        <p:nvSpPr>
          <p:cNvPr id="4" name="Header Placeholder 3">
            <a:extLst>
              <a:ext uri="{FF2B5EF4-FFF2-40B4-BE49-F238E27FC236}">
                <a16:creationId xmlns:a16="http://schemas.microsoft.com/office/drawing/2014/main" id="{E49AB758-D838-81DC-D7B0-71EBFA547D5F}"/>
              </a:ext>
            </a:extLst>
          </p:cNvPr>
          <p:cNvSpPr txBox="1">
            <a:spLocks noGrp="1"/>
          </p:cNvSpPr>
          <p:nvPr>
            <p:ph type="hdr" sz="quarter"/>
          </p:nvPr>
        </p:nvSpPr>
        <p:spPr>
          <a:xfrm>
            <a:off x="0" y="0"/>
            <a:ext cx="3372840" cy="502560"/>
          </a:xfrm>
          <a:prstGeom prst="rect">
            <a:avLst/>
          </a:prstGeom>
          <a:noFill/>
          <a:ln>
            <a:noFill/>
          </a:ln>
        </p:spPr>
        <p:txBody>
          <a:bodyPr vert="horz" lIns="0" tIns="0" rIns="0" bIns="0" anchorCtr="0">
            <a:noAutofit/>
          </a:bodyPr>
          <a:lstStyle>
            <a:lvl1pPr lvl="0" rtl="0" hangingPunct="0">
              <a:buNone/>
              <a:tabLst/>
              <a:defRPr lang="en-US" sz="1400" kern="1200">
                <a:latin typeface="Liberation Serif" pitchFamily="18"/>
                <a:ea typeface="Segoe UI" pitchFamily="2"/>
                <a:cs typeface="Tahoma" pitchFamily="2"/>
              </a:defRPr>
            </a:lvl1pPr>
          </a:lstStyle>
          <a:p>
            <a:pPr lvl="0"/>
            <a:endParaRPr lang="en-US"/>
          </a:p>
        </p:txBody>
      </p:sp>
      <p:sp>
        <p:nvSpPr>
          <p:cNvPr id="5" name="Date Placeholder 4">
            <a:extLst>
              <a:ext uri="{FF2B5EF4-FFF2-40B4-BE49-F238E27FC236}">
                <a16:creationId xmlns:a16="http://schemas.microsoft.com/office/drawing/2014/main" id="{303D5779-C6BB-8351-05CF-BC05638B52CD}"/>
              </a:ext>
            </a:extLst>
          </p:cNvPr>
          <p:cNvSpPr txBox="1">
            <a:spLocks noGrp="1"/>
          </p:cNvSpPr>
          <p:nvPr>
            <p:ph type="dt" idx="1"/>
          </p:nvPr>
        </p:nvSpPr>
        <p:spPr>
          <a:xfrm>
            <a:off x="4399200" y="0"/>
            <a:ext cx="3372840" cy="502560"/>
          </a:xfrm>
          <a:prstGeom prst="rect">
            <a:avLst/>
          </a:prstGeom>
          <a:noFill/>
          <a:ln>
            <a:noFill/>
          </a:ln>
        </p:spPr>
        <p:txBody>
          <a:bodyPr vert="horz" lIns="0" tIns="0" rIns="0" bIns="0" anchorCtr="0">
            <a:noAutofit/>
          </a:bodyPr>
          <a:lstStyle>
            <a:lvl1pPr lvl="0" algn="r" rtl="0" hangingPunct="0">
              <a:buNone/>
              <a:tabLst/>
              <a:defRPr lang="en-US" sz="1400" kern="1200">
                <a:latin typeface="Liberation Serif" pitchFamily="18"/>
                <a:ea typeface="Segoe UI" pitchFamily="2"/>
                <a:cs typeface="Tahoma" pitchFamily="2"/>
              </a:defRPr>
            </a:lvl1pPr>
          </a:lstStyle>
          <a:p>
            <a:pPr lvl="0"/>
            <a:endParaRPr lang="en-US"/>
          </a:p>
        </p:txBody>
      </p:sp>
      <p:sp>
        <p:nvSpPr>
          <p:cNvPr id="6" name="Footer Placeholder 5">
            <a:extLst>
              <a:ext uri="{FF2B5EF4-FFF2-40B4-BE49-F238E27FC236}">
                <a16:creationId xmlns:a16="http://schemas.microsoft.com/office/drawing/2014/main" id="{34531908-0002-AF52-7CA7-4632B7A608D5}"/>
              </a:ext>
            </a:extLst>
          </p:cNvPr>
          <p:cNvSpPr txBox="1">
            <a:spLocks noGrp="1"/>
          </p:cNvSpPr>
          <p:nvPr>
            <p:ph type="ftr" sz="quarter" idx="4"/>
          </p:nvPr>
        </p:nvSpPr>
        <p:spPr>
          <a:xfrm>
            <a:off x="0" y="9555480"/>
            <a:ext cx="3372840" cy="502560"/>
          </a:xfrm>
          <a:prstGeom prst="rect">
            <a:avLst/>
          </a:prstGeom>
          <a:noFill/>
          <a:ln>
            <a:noFill/>
          </a:ln>
        </p:spPr>
        <p:txBody>
          <a:bodyPr vert="horz" lIns="0" tIns="0" rIns="0" bIns="0" anchor="b" anchorCtr="0">
            <a:noAutofit/>
          </a:bodyPr>
          <a:lstStyle>
            <a:lvl1pPr lvl="0" rtl="0" hangingPunct="0">
              <a:buNone/>
              <a:tabLst/>
              <a:defRPr lang="en-US" sz="1400" kern="1200">
                <a:latin typeface="Liberation Serif" pitchFamily="18"/>
                <a:ea typeface="Segoe UI" pitchFamily="2"/>
                <a:cs typeface="Tahoma" pitchFamily="2"/>
              </a:defRPr>
            </a:lvl1pPr>
          </a:lstStyle>
          <a:p>
            <a:pPr lvl="0"/>
            <a:endParaRPr lang="en-US"/>
          </a:p>
        </p:txBody>
      </p:sp>
      <p:sp>
        <p:nvSpPr>
          <p:cNvPr id="7" name="Slide Number Placeholder 6">
            <a:extLst>
              <a:ext uri="{FF2B5EF4-FFF2-40B4-BE49-F238E27FC236}">
                <a16:creationId xmlns:a16="http://schemas.microsoft.com/office/drawing/2014/main" id="{485D3D6E-4E57-3981-57CC-23152091A39F}"/>
              </a:ext>
            </a:extLst>
          </p:cNvPr>
          <p:cNvSpPr txBox="1">
            <a:spLocks noGrp="1"/>
          </p:cNvSpPr>
          <p:nvPr>
            <p:ph type="sldNum" sz="quarter" idx="5"/>
          </p:nvPr>
        </p:nvSpPr>
        <p:spPr>
          <a:xfrm>
            <a:off x="4399200" y="9555480"/>
            <a:ext cx="3372840" cy="502560"/>
          </a:xfrm>
          <a:prstGeom prst="rect">
            <a:avLst/>
          </a:prstGeom>
          <a:noFill/>
          <a:ln>
            <a:noFill/>
          </a:ln>
        </p:spPr>
        <p:txBody>
          <a:bodyPr vert="horz" lIns="0" tIns="0" rIns="0" bIns="0" anchor="b" anchorCtr="0">
            <a:noAutofit/>
          </a:bodyPr>
          <a:lstStyle>
            <a:lvl1pPr lvl="0" algn="r" rtl="0" hangingPunct="0">
              <a:buNone/>
              <a:tabLst/>
              <a:defRPr lang="en-US" sz="1400" kern="1200">
                <a:latin typeface="Liberation Serif" pitchFamily="18"/>
                <a:ea typeface="Segoe UI" pitchFamily="2"/>
                <a:cs typeface="Tahoma" pitchFamily="2"/>
              </a:defRPr>
            </a:lvl1pPr>
          </a:lstStyle>
          <a:p>
            <a:pPr lvl="0"/>
            <a:fld id="{2934F801-F370-4A2D-A03A-058A67B19040}" type="slidenum">
              <a:t>‹#›</a:t>
            </a:fld>
            <a:endParaRPr lang="en-US"/>
          </a:p>
        </p:txBody>
      </p:sp>
    </p:spTree>
    <p:extLst>
      <p:ext uri="{BB962C8B-B14F-4D97-AF65-F5344CB8AC3E}">
        <p14:creationId xmlns:p14="http://schemas.microsoft.com/office/powerpoint/2010/main" val="1708192169"/>
      </p:ext>
    </p:extLst>
  </p:cSld>
  <p:clrMap bg1="lt1" tx1="dk1" bg2="lt2" tx2="dk2" accent1="accent1" accent2="accent2" accent3="accent3" accent4="accent4" accent5="accent5" accent6="accent6" hlink="hlink" folHlink="folHlink"/>
  <p:notesStyle>
    <a:lvl1pPr marL="216000" marR="0" indent="-216000" rtl="0" hangingPunct="0">
      <a:tabLst/>
      <a:defRPr lang="en-US" sz="2000" b="0" i="0" u="none" strike="noStrike" kern="1200" cap="none">
        <a:ln>
          <a:noFill/>
        </a:ln>
        <a:highlight>
          <a:scrgbClr r="0" g="0" b="0">
            <a:alpha val="0"/>
          </a:scrgbClr>
        </a:highlight>
        <a:latin typeface="Liberation Sans" pitchFamily="18"/>
        <a:ea typeface="Microsoft YaHei" pitchFamily="2"/>
        <a:cs typeface="Ari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B6A41D1-BCC3-09F4-DEDD-4366B8EF17BD}"/>
              </a:ext>
            </a:extLst>
          </p:cNvPr>
          <p:cNvSpPr txBox="1">
            <a:spLocks noGrp="1"/>
          </p:cNvSpPr>
          <p:nvPr>
            <p:ph type="sldNum" sz="quarter" idx="5"/>
          </p:nvPr>
        </p:nvSpPr>
        <p:spPr>
          <a:ln/>
        </p:spPr>
        <p:txBody>
          <a:bodyPr vert="horz" lIns="0" tIns="0" rIns="0" bIns="0" anchor="b" anchorCtr="0">
            <a:noAutofit/>
          </a:bodyPr>
          <a:lstStyle/>
          <a:p>
            <a:pPr lvl="0"/>
            <a:fld id="{0F47FC5B-541D-4B8B-B680-91BA4E5AD4F8}" type="slidenum">
              <a:t>1</a:t>
            </a:fld>
            <a:endParaRPr lang="en-US"/>
          </a:p>
        </p:txBody>
      </p:sp>
      <p:sp>
        <p:nvSpPr>
          <p:cNvPr id="2" name="Slide Image Placeholder 1">
            <a:extLst>
              <a:ext uri="{FF2B5EF4-FFF2-40B4-BE49-F238E27FC236}">
                <a16:creationId xmlns:a16="http://schemas.microsoft.com/office/drawing/2014/main" id="{38C8A4B6-CE2E-D1CC-7647-EFDB3D44E1FB}"/>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8E1CA329-01C2-970A-84F8-D5F5A9BF4D0F}"/>
              </a:ext>
            </a:extLst>
          </p:cNvPr>
          <p:cNvSpPr txBox="1">
            <a:spLocks noGrp="1"/>
          </p:cNvSpPr>
          <p:nvPr>
            <p:ph type="body" sz="quarter" idx="1"/>
          </p:nvPr>
        </p:nvSpPr>
        <p:spPr/>
        <p:txBody>
          <a:bodyPr vert="horz">
            <a:spAutoFit/>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D77DBDC-91F1-01C5-E141-0A65BC88BF34}"/>
              </a:ext>
            </a:extLst>
          </p:cNvPr>
          <p:cNvSpPr txBox="1">
            <a:spLocks noGrp="1"/>
          </p:cNvSpPr>
          <p:nvPr>
            <p:ph type="sldNum" sz="quarter" idx="5"/>
          </p:nvPr>
        </p:nvSpPr>
        <p:spPr>
          <a:ln/>
        </p:spPr>
        <p:txBody>
          <a:bodyPr vert="horz" lIns="0" tIns="0" rIns="0" bIns="0" anchor="b" anchorCtr="0">
            <a:noAutofit/>
          </a:bodyPr>
          <a:lstStyle/>
          <a:p>
            <a:pPr lvl="0"/>
            <a:fld id="{9D7D31FE-0770-4F4D-A982-C9EFCFCD8E67}" type="slidenum">
              <a:t>2</a:t>
            </a:fld>
            <a:endParaRPr lang="en-US"/>
          </a:p>
        </p:txBody>
      </p:sp>
      <p:sp>
        <p:nvSpPr>
          <p:cNvPr id="2" name="Slide Image Placeholder 1">
            <a:extLst>
              <a:ext uri="{FF2B5EF4-FFF2-40B4-BE49-F238E27FC236}">
                <a16:creationId xmlns:a16="http://schemas.microsoft.com/office/drawing/2014/main" id="{041821BF-D61E-1EFE-5F98-1D49783680B7}"/>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62DA7661-0C3B-1400-05DB-EDC936A190CC}"/>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3EFF4E0-6D82-71A0-107F-5381A336B8C0}"/>
              </a:ext>
            </a:extLst>
          </p:cNvPr>
          <p:cNvSpPr txBox="1">
            <a:spLocks noGrp="1"/>
          </p:cNvSpPr>
          <p:nvPr>
            <p:ph type="sldNum" sz="quarter" idx="5"/>
          </p:nvPr>
        </p:nvSpPr>
        <p:spPr>
          <a:ln/>
        </p:spPr>
        <p:txBody>
          <a:bodyPr vert="horz" lIns="0" tIns="0" rIns="0" bIns="0" anchor="b" anchorCtr="0">
            <a:noAutofit/>
          </a:bodyPr>
          <a:lstStyle/>
          <a:p>
            <a:pPr lvl="0"/>
            <a:fld id="{84A7E9B3-822F-4612-9A5C-B39FDD6E5DE2}" type="slidenum">
              <a:t>3</a:t>
            </a:fld>
            <a:endParaRPr lang="en-US"/>
          </a:p>
        </p:txBody>
      </p:sp>
      <p:sp>
        <p:nvSpPr>
          <p:cNvPr id="2" name="Slide Image Placeholder 1">
            <a:extLst>
              <a:ext uri="{FF2B5EF4-FFF2-40B4-BE49-F238E27FC236}">
                <a16:creationId xmlns:a16="http://schemas.microsoft.com/office/drawing/2014/main" id="{2F03180A-FA0D-8137-B98E-C23D9C0D7598}"/>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174FB52-2358-4592-3FC9-72400769D9D6}"/>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F7BC169-43E4-6E4D-872A-A0595015E365}"/>
              </a:ext>
            </a:extLst>
          </p:cNvPr>
          <p:cNvSpPr txBox="1">
            <a:spLocks noGrp="1"/>
          </p:cNvSpPr>
          <p:nvPr>
            <p:ph type="sldNum" sz="quarter" idx="5"/>
          </p:nvPr>
        </p:nvSpPr>
        <p:spPr>
          <a:ln/>
        </p:spPr>
        <p:txBody>
          <a:bodyPr vert="horz" lIns="0" tIns="0" rIns="0" bIns="0" anchor="b" anchorCtr="0">
            <a:noAutofit/>
          </a:bodyPr>
          <a:lstStyle/>
          <a:p>
            <a:pPr lvl="0"/>
            <a:fld id="{1B7A0C4C-9887-44AC-A525-CD39FC4E6A66}" type="slidenum">
              <a:t>4</a:t>
            </a:fld>
            <a:endParaRPr lang="en-US"/>
          </a:p>
        </p:txBody>
      </p:sp>
      <p:sp>
        <p:nvSpPr>
          <p:cNvPr id="2" name="Slide Image Placeholder 1">
            <a:extLst>
              <a:ext uri="{FF2B5EF4-FFF2-40B4-BE49-F238E27FC236}">
                <a16:creationId xmlns:a16="http://schemas.microsoft.com/office/drawing/2014/main" id="{2A776F2D-6AF8-7787-96C7-C9AEFAB78E93}"/>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3E5AAE1-A5C0-0EAC-F88A-85733F1A0FF9}"/>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04B981A-9A5B-FE3C-AAE4-622443D73B4F}"/>
              </a:ext>
            </a:extLst>
          </p:cNvPr>
          <p:cNvSpPr txBox="1">
            <a:spLocks noGrp="1"/>
          </p:cNvSpPr>
          <p:nvPr>
            <p:ph type="sldNum" sz="quarter" idx="5"/>
          </p:nvPr>
        </p:nvSpPr>
        <p:spPr>
          <a:ln/>
        </p:spPr>
        <p:txBody>
          <a:bodyPr vert="horz" lIns="0" tIns="0" rIns="0" bIns="0" anchor="b" anchorCtr="0">
            <a:noAutofit/>
          </a:bodyPr>
          <a:lstStyle/>
          <a:p>
            <a:pPr lvl="0"/>
            <a:fld id="{442950F6-154F-4EFF-ADCD-D79BF485F8C3}" type="slidenum">
              <a:t>5</a:t>
            </a:fld>
            <a:endParaRPr lang="en-US"/>
          </a:p>
        </p:txBody>
      </p:sp>
      <p:sp>
        <p:nvSpPr>
          <p:cNvPr id="2" name="Slide Image Placeholder 1">
            <a:extLst>
              <a:ext uri="{FF2B5EF4-FFF2-40B4-BE49-F238E27FC236}">
                <a16:creationId xmlns:a16="http://schemas.microsoft.com/office/drawing/2014/main" id="{52ED7523-3C6D-379B-2D6E-F88CC8929065}"/>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127681F-3918-30BD-B04E-9C97F8000E3F}"/>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C27A485-318D-66C0-022F-32E7F5B1CC17}"/>
              </a:ext>
            </a:extLst>
          </p:cNvPr>
          <p:cNvSpPr txBox="1">
            <a:spLocks noGrp="1"/>
          </p:cNvSpPr>
          <p:nvPr>
            <p:ph type="sldNum" sz="quarter" idx="5"/>
          </p:nvPr>
        </p:nvSpPr>
        <p:spPr>
          <a:ln/>
        </p:spPr>
        <p:txBody>
          <a:bodyPr vert="horz" lIns="0" tIns="0" rIns="0" bIns="0" anchor="b" anchorCtr="0">
            <a:noAutofit/>
          </a:bodyPr>
          <a:lstStyle/>
          <a:p>
            <a:pPr lvl="0"/>
            <a:fld id="{7F26A80A-253D-4575-AC1A-16BB6923166B}" type="slidenum">
              <a:t>6</a:t>
            </a:fld>
            <a:endParaRPr lang="en-US"/>
          </a:p>
        </p:txBody>
      </p:sp>
      <p:sp>
        <p:nvSpPr>
          <p:cNvPr id="2" name="Slide Image Placeholder 1">
            <a:extLst>
              <a:ext uri="{FF2B5EF4-FFF2-40B4-BE49-F238E27FC236}">
                <a16:creationId xmlns:a16="http://schemas.microsoft.com/office/drawing/2014/main" id="{FF6DB493-3886-5282-AEEB-B25585B3146A}"/>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8DBC15BA-CDDA-51CA-5366-CB1FD4A9EB46}"/>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DC93BE3-75F9-2BB6-6D65-EB2DDBE24231}"/>
              </a:ext>
            </a:extLst>
          </p:cNvPr>
          <p:cNvSpPr txBox="1">
            <a:spLocks noGrp="1"/>
          </p:cNvSpPr>
          <p:nvPr>
            <p:ph type="sldNum" sz="quarter" idx="5"/>
          </p:nvPr>
        </p:nvSpPr>
        <p:spPr>
          <a:ln/>
        </p:spPr>
        <p:txBody>
          <a:bodyPr vert="horz" lIns="0" tIns="0" rIns="0" bIns="0" anchor="b" anchorCtr="0">
            <a:noAutofit/>
          </a:bodyPr>
          <a:lstStyle/>
          <a:p>
            <a:pPr lvl="0"/>
            <a:fld id="{C5B9C62E-D4AA-4B33-A69C-5B8DE5243EEF}" type="slidenum">
              <a:t>7</a:t>
            </a:fld>
            <a:endParaRPr lang="en-US"/>
          </a:p>
        </p:txBody>
      </p:sp>
      <p:sp>
        <p:nvSpPr>
          <p:cNvPr id="2" name="Slide Image Placeholder 1">
            <a:extLst>
              <a:ext uri="{FF2B5EF4-FFF2-40B4-BE49-F238E27FC236}">
                <a16:creationId xmlns:a16="http://schemas.microsoft.com/office/drawing/2014/main" id="{6A16401D-1FC6-C02B-862A-87079848695E}"/>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61382638-53A8-67AE-E698-DAA4A3771707}"/>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BCB3436-CC3B-1F6E-9510-3E04A6B03A02}"/>
              </a:ext>
            </a:extLst>
          </p:cNvPr>
          <p:cNvSpPr txBox="1">
            <a:spLocks noGrp="1"/>
          </p:cNvSpPr>
          <p:nvPr>
            <p:ph type="sldNum" sz="quarter" idx="5"/>
          </p:nvPr>
        </p:nvSpPr>
        <p:spPr>
          <a:ln/>
        </p:spPr>
        <p:txBody>
          <a:bodyPr vert="horz" lIns="0" tIns="0" rIns="0" bIns="0" anchor="b" anchorCtr="0">
            <a:noAutofit/>
          </a:bodyPr>
          <a:lstStyle/>
          <a:p>
            <a:pPr lvl="0"/>
            <a:fld id="{DF10FF4B-58F4-4C1E-8951-E2F37B304749}" type="slidenum">
              <a:t>8</a:t>
            </a:fld>
            <a:endParaRPr lang="en-US"/>
          </a:p>
        </p:txBody>
      </p:sp>
      <p:sp>
        <p:nvSpPr>
          <p:cNvPr id="2" name="Slide Image Placeholder 1">
            <a:extLst>
              <a:ext uri="{FF2B5EF4-FFF2-40B4-BE49-F238E27FC236}">
                <a16:creationId xmlns:a16="http://schemas.microsoft.com/office/drawing/2014/main" id="{4762506D-789E-B4A9-CB26-8E0607D91FCA}"/>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DF081439-684C-ED7F-6A0D-515FD1AB1082}"/>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8A58CBC-30EF-B78B-8D27-8D8747F2C029}"/>
              </a:ext>
            </a:extLst>
          </p:cNvPr>
          <p:cNvSpPr txBox="1">
            <a:spLocks noGrp="1"/>
          </p:cNvSpPr>
          <p:nvPr>
            <p:ph type="sldNum" sz="quarter" idx="5"/>
          </p:nvPr>
        </p:nvSpPr>
        <p:spPr>
          <a:ln/>
        </p:spPr>
        <p:txBody>
          <a:bodyPr vert="horz" lIns="0" tIns="0" rIns="0" bIns="0" anchor="b" anchorCtr="0">
            <a:noAutofit/>
          </a:bodyPr>
          <a:lstStyle/>
          <a:p>
            <a:pPr lvl="0"/>
            <a:fld id="{989EA798-3C5A-496B-9771-85B6014A0083}" type="slidenum">
              <a:t>9</a:t>
            </a:fld>
            <a:endParaRPr lang="en-US"/>
          </a:p>
        </p:txBody>
      </p:sp>
      <p:sp>
        <p:nvSpPr>
          <p:cNvPr id="2" name="Slide Image Placeholder 1">
            <a:extLst>
              <a:ext uri="{FF2B5EF4-FFF2-40B4-BE49-F238E27FC236}">
                <a16:creationId xmlns:a16="http://schemas.microsoft.com/office/drawing/2014/main" id="{90E94003-2A19-F9A6-CB20-A3E5F4315F43}"/>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60156D8-41C5-138A-CDB1-33B09F5CE103}"/>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F37EFC0-96B0-7684-AD71-7E4EF31391F0}"/>
              </a:ext>
            </a:extLst>
          </p:cNvPr>
          <p:cNvSpPr txBox="1">
            <a:spLocks noGrp="1"/>
          </p:cNvSpPr>
          <p:nvPr>
            <p:ph type="sldNum" sz="quarter" idx="5"/>
          </p:nvPr>
        </p:nvSpPr>
        <p:spPr>
          <a:ln/>
        </p:spPr>
        <p:txBody>
          <a:bodyPr vert="horz" lIns="0" tIns="0" rIns="0" bIns="0" anchor="b" anchorCtr="0">
            <a:noAutofit/>
          </a:bodyPr>
          <a:lstStyle/>
          <a:p>
            <a:pPr lvl="0"/>
            <a:fld id="{901BCAC7-0D1B-404B-8EC2-DF777F273AA3}" type="slidenum">
              <a:t>10</a:t>
            </a:fld>
            <a:endParaRPr lang="en-US"/>
          </a:p>
        </p:txBody>
      </p:sp>
      <p:sp>
        <p:nvSpPr>
          <p:cNvPr id="2" name="Slide Image Placeholder 1">
            <a:extLst>
              <a:ext uri="{FF2B5EF4-FFF2-40B4-BE49-F238E27FC236}">
                <a16:creationId xmlns:a16="http://schemas.microsoft.com/office/drawing/2014/main" id="{8C8ED35C-A803-B3E6-B6A9-7C51F046B2BF}"/>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CC6CDA74-D35B-DA1A-9C02-098E5AEC0E16}"/>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E4A9A88-2E89-7917-65B0-0FCDA10C5665}"/>
              </a:ext>
            </a:extLst>
          </p:cNvPr>
          <p:cNvSpPr txBox="1">
            <a:spLocks noGrp="1"/>
          </p:cNvSpPr>
          <p:nvPr>
            <p:ph type="sldNum" sz="quarter" idx="5"/>
          </p:nvPr>
        </p:nvSpPr>
        <p:spPr>
          <a:ln/>
        </p:spPr>
        <p:txBody>
          <a:bodyPr vert="horz" lIns="0" tIns="0" rIns="0" bIns="0" anchor="b" anchorCtr="0">
            <a:noAutofit/>
          </a:bodyPr>
          <a:lstStyle/>
          <a:p>
            <a:pPr lvl="0"/>
            <a:fld id="{F93879AA-4A0B-4316-B79D-A90EA972F1C8}" type="slidenum">
              <a:t>11</a:t>
            </a:fld>
            <a:endParaRPr lang="en-US"/>
          </a:p>
        </p:txBody>
      </p:sp>
      <p:sp>
        <p:nvSpPr>
          <p:cNvPr id="2" name="Slide Image Placeholder 1">
            <a:extLst>
              <a:ext uri="{FF2B5EF4-FFF2-40B4-BE49-F238E27FC236}">
                <a16:creationId xmlns:a16="http://schemas.microsoft.com/office/drawing/2014/main" id="{8B55FD5A-F406-8A81-8928-B465C5267F7D}"/>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49C190F9-8C71-974C-0DFB-B21A9094ECAA}"/>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DB94F95-AB6C-7D8D-D5BD-062AF445F6A0}"/>
              </a:ext>
            </a:extLst>
          </p:cNvPr>
          <p:cNvSpPr txBox="1">
            <a:spLocks noGrp="1"/>
          </p:cNvSpPr>
          <p:nvPr>
            <p:ph type="sldNum" sz="quarter" idx="5"/>
          </p:nvPr>
        </p:nvSpPr>
        <p:spPr>
          <a:ln/>
        </p:spPr>
        <p:txBody>
          <a:bodyPr vert="horz" lIns="0" tIns="0" rIns="0" bIns="0" anchor="b" anchorCtr="0">
            <a:noAutofit/>
          </a:bodyPr>
          <a:lstStyle/>
          <a:p>
            <a:pPr lvl="0"/>
            <a:fld id="{005DB01B-9498-4A45-9235-FD5E41B7E8A5}" type="slidenum">
              <a:t>12</a:t>
            </a:fld>
            <a:endParaRPr lang="en-US"/>
          </a:p>
        </p:txBody>
      </p:sp>
      <p:sp>
        <p:nvSpPr>
          <p:cNvPr id="2" name="Slide Image Placeholder 1">
            <a:extLst>
              <a:ext uri="{FF2B5EF4-FFF2-40B4-BE49-F238E27FC236}">
                <a16:creationId xmlns:a16="http://schemas.microsoft.com/office/drawing/2014/main" id="{8F4C2097-C1D7-CFAD-BC76-B61963F8E1BD}"/>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D30F86DF-361E-8AB4-A997-0EA02336EE45}"/>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64CB3E1-4C57-079C-B4EC-6963AAD61535}"/>
              </a:ext>
            </a:extLst>
          </p:cNvPr>
          <p:cNvSpPr txBox="1">
            <a:spLocks noGrp="1"/>
          </p:cNvSpPr>
          <p:nvPr>
            <p:ph type="sldNum" sz="quarter" idx="5"/>
          </p:nvPr>
        </p:nvSpPr>
        <p:spPr>
          <a:ln/>
        </p:spPr>
        <p:txBody>
          <a:bodyPr vert="horz" lIns="0" tIns="0" rIns="0" bIns="0" anchor="b" anchorCtr="0">
            <a:noAutofit/>
          </a:bodyPr>
          <a:lstStyle/>
          <a:p>
            <a:pPr lvl="0"/>
            <a:fld id="{537985AC-77C2-4F94-8604-6E12A0598DCF}" type="slidenum">
              <a:t>13</a:t>
            </a:fld>
            <a:endParaRPr lang="en-US"/>
          </a:p>
        </p:txBody>
      </p:sp>
      <p:sp>
        <p:nvSpPr>
          <p:cNvPr id="2" name="Slide Image Placeholder 1">
            <a:extLst>
              <a:ext uri="{FF2B5EF4-FFF2-40B4-BE49-F238E27FC236}">
                <a16:creationId xmlns:a16="http://schemas.microsoft.com/office/drawing/2014/main" id="{85A80A99-72A4-DE8D-14F7-A62D59AC63A0}"/>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B265FC5-B921-ABE5-D056-D4D26A277B00}"/>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7363B1C-5F9C-1DAF-169F-47F7A0DB380A}"/>
              </a:ext>
            </a:extLst>
          </p:cNvPr>
          <p:cNvSpPr txBox="1">
            <a:spLocks noGrp="1"/>
          </p:cNvSpPr>
          <p:nvPr>
            <p:ph type="sldNum" sz="quarter" idx="5"/>
          </p:nvPr>
        </p:nvSpPr>
        <p:spPr>
          <a:ln/>
        </p:spPr>
        <p:txBody>
          <a:bodyPr vert="horz" lIns="0" tIns="0" rIns="0" bIns="0" anchor="b" anchorCtr="0">
            <a:noAutofit/>
          </a:bodyPr>
          <a:lstStyle/>
          <a:p>
            <a:pPr lvl="0"/>
            <a:fld id="{C0223593-9691-450F-BD91-9C5DD68FFBED}" type="slidenum">
              <a:t>14</a:t>
            </a:fld>
            <a:endParaRPr lang="en-US"/>
          </a:p>
        </p:txBody>
      </p:sp>
      <p:sp>
        <p:nvSpPr>
          <p:cNvPr id="2" name="Slide Image Placeholder 1">
            <a:extLst>
              <a:ext uri="{FF2B5EF4-FFF2-40B4-BE49-F238E27FC236}">
                <a16:creationId xmlns:a16="http://schemas.microsoft.com/office/drawing/2014/main" id="{83C1CD63-6E9A-7D69-FB44-046C34DB1A46}"/>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437F439-768F-B9B5-6615-E46EBD690004}"/>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FEB1D06-1AFD-2479-D859-E9F02ED021EC}"/>
              </a:ext>
            </a:extLst>
          </p:cNvPr>
          <p:cNvSpPr txBox="1">
            <a:spLocks noGrp="1"/>
          </p:cNvSpPr>
          <p:nvPr>
            <p:ph type="sldNum" sz="quarter" idx="5"/>
          </p:nvPr>
        </p:nvSpPr>
        <p:spPr>
          <a:ln/>
        </p:spPr>
        <p:txBody>
          <a:bodyPr vert="horz" lIns="0" tIns="0" rIns="0" bIns="0" anchor="b" anchorCtr="0">
            <a:noAutofit/>
          </a:bodyPr>
          <a:lstStyle/>
          <a:p>
            <a:pPr lvl="0"/>
            <a:fld id="{3BF187D3-D98D-406E-86F6-0DBEE69016E7}" type="slidenum">
              <a:t>15</a:t>
            </a:fld>
            <a:endParaRPr lang="en-US"/>
          </a:p>
        </p:txBody>
      </p:sp>
      <p:sp>
        <p:nvSpPr>
          <p:cNvPr id="2" name="Slide Image Placeholder 1">
            <a:extLst>
              <a:ext uri="{FF2B5EF4-FFF2-40B4-BE49-F238E27FC236}">
                <a16:creationId xmlns:a16="http://schemas.microsoft.com/office/drawing/2014/main" id="{26F199DF-BD8B-103F-DD57-771DA469A445}"/>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8A8AA093-74B7-20BD-28E5-55A2C2273795}"/>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FC7F28A-9A14-7E66-B48F-71E163C6C837}"/>
              </a:ext>
            </a:extLst>
          </p:cNvPr>
          <p:cNvSpPr txBox="1">
            <a:spLocks noGrp="1"/>
          </p:cNvSpPr>
          <p:nvPr>
            <p:ph type="sldNum" sz="quarter" idx="5"/>
          </p:nvPr>
        </p:nvSpPr>
        <p:spPr>
          <a:ln/>
        </p:spPr>
        <p:txBody>
          <a:bodyPr vert="horz" lIns="0" tIns="0" rIns="0" bIns="0" anchor="b" anchorCtr="0">
            <a:noAutofit/>
          </a:bodyPr>
          <a:lstStyle/>
          <a:p>
            <a:pPr lvl="0"/>
            <a:fld id="{9CAE48EC-CA19-4885-BFC1-69A0A8B6856D}" type="slidenum">
              <a:t>16</a:t>
            </a:fld>
            <a:endParaRPr lang="en-US"/>
          </a:p>
        </p:txBody>
      </p:sp>
      <p:sp>
        <p:nvSpPr>
          <p:cNvPr id="2" name="Slide Image Placeholder 1">
            <a:extLst>
              <a:ext uri="{FF2B5EF4-FFF2-40B4-BE49-F238E27FC236}">
                <a16:creationId xmlns:a16="http://schemas.microsoft.com/office/drawing/2014/main" id="{E5E62817-0A33-3B6F-D5DD-0E7E389A0B98}"/>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DA5942F-A8EF-1B7B-33BC-7D8BF825B239}"/>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11955FE-C9BF-87F6-5AE2-94ECD59310D4}"/>
              </a:ext>
            </a:extLst>
          </p:cNvPr>
          <p:cNvSpPr txBox="1">
            <a:spLocks noGrp="1"/>
          </p:cNvSpPr>
          <p:nvPr>
            <p:ph type="sldNum" sz="quarter" idx="5"/>
          </p:nvPr>
        </p:nvSpPr>
        <p:spPr>
          <a:ln/>
        </p:spPr>
        <p:txBody>
          <a:bodyPr vert="horz" lIns="0" tIns="0" rIns="0" bIns="0" anchor="b" anchorCtr="0">
            <a:noAutofit/>
          </a:bodyPr>
          <a:lstStyle/>
          <a:p>
            <a:pPr lvl="0"/>
            <a:fld id="{509671FB-81A5-47E2-B829-B1EC81B54454}" type="slidenum">
              <a:t>17</a:t>
            </a:fld>
            <a:endParaRPr lang="en-US"/>
          </a:p>
        </p:txBody>
      </p:sp>
      <p:sp>
        <p:nvSpPr>
          <p:cNvPr id="2" name="Slide Image Placeholder 1">
            <a:extLst>
              <a:ext uri="{FF2B5EF4-FFF2-40B4-BE49-F238E27FC236}">
                <a16:creationId xmlns:a16="http://schemas.microsoft.com/office/drawing/2014/main" id="{11BDB2D0-0C03-317A-8473-8920367D3F00}"/>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D1BBB2D-C9B2-9E2C-1B4B-A74FA91C78B8}"/>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8F552CD-F3E7-BB22-6CA5-70F00D7300F3}"/>
              </a:ext>
            </a:extLst>
          </p:cNvPr>
          <p:cNvSpPr txBox="1">
            <a:spLocks noGrp="1"/>
          </p:cNvSpPr>
          <p:nvPr>
            <p:ph type="sldNum" sz="quarter" idx="5"/>
          </p:nvPr>
        </p:nvSpPr>
        <p:spPr>
          <a:ln/>
        </p:spPr>
        <p:txBody>
          <a:bodyPr vert="horz" lIns="0" tIns="0" rIns="0" bIns="0" anchor="b" anchorCtr="0">
            <a:noAutofit/>
          </a:bodyPr>
          <a:lstStyle/>
          <a:p>
            <a:pPr lvl="0"/>
            <a:fld id="{CD67C541-FF40-49B6-AF06-2767EED92AA6}" type="slidenum">
              <a:t>18</a:t>
            </a:fld>
            <a:endParaRPr lang="en-US"/>
          </a:p>
        </p:txBody>
      </p:sp>
      <p:sp>
        <p:nvSpPr>
          <p:cNvPr id="2" name="Slide Image Placeholder 1">
            <a:extLst>
              <a:ext uri="{FF2B5EF4-FFF2-40B4-BE49-F238E27FC236}">
                <a16:creationId xmlns:a16="http://schemas.microsoft.com/office/drawing/2014/main" id="{AF54726B-EF33-7544-7F8B-9BA6927BBBE2}"/>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2E267E0-B0D1-0107-A2BA-C1FA96348FD3}"/>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0DF3AAE-C4B6-FA6B-6E00-2BA95070048C}"/>
              </a:ext>
            </a:extLst>
          </p:cNvPr>
          <p:cNvSpPr txBox="1">
            <a:spLocks noGrp="1"/>
          </p:cNvSpPr>
          <p:nvPr>
            <p:ph type="sldNum" sz="quarter" idx="5"/>
          </p:nvPr>
        </p:nvSpPr>
        <p:spPr>
          <a:ln/>
        </p:spPr>
        <p:txBody>
          <a:bodyPr vert="horz" lIns="0" tIns="0" rIns="0" bIns="0" anchor="b" anchorCtr="0">
            <a:noAutofit/>
          </a:bodyPr>
          <a:lstStyle/>
          <a:p>
            <a:pPr lvl="0"/>
            <a:fld id="{70150CAE-10BB-4FBB-A4BB-3707F331E35D}" type="slidenum">
              <a:t>19</a:t>
            </a:fld>
            <a:endParaRPr lang="en-US"/>
          </a:p>
        </p:txBody>
      </p:sp>
      <p:sp>
        <p:nvSpPr>
          <p:cNvPr id="2" name="Slide Image Placeholder 1">
            <a:extLst>
              <a:ext uri="{FF2B5EF4-FFF2-40B4-BE49-F238E27FC236}">
                <a16:creationId xmlns:a16="http://schemas.microsoft.com/office/drawing/2014/main" id="{983D47EB-C571-DADE-E846-CCC8BC61C10F}"/>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D3332864-F6B1-1C44-F174-6256A0749666}"/>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0A46A7D-A951-FF4E-8A95-303C6B7768DF}"/>
              </a:ext>
            </a:extLst>
          </p:cNvPr>
          <p:cNvSpPr txBox="1">
            <a:spLocks noGrp="1"/>
          </p:cNvSpPr>
          <p:nvPr>
            <p:ph type="sldNum" sz="quarter" idx="5"/>
          </p:nvPr>
        </p:nvSpPr>
        <p:spPr>
          <a:ln/>
        </p:spPr>
        <p:txBody>
          <a:bodyPr vert="horz" lIns="0" tIns="0" rIns="0" bIns="0" anchor="b" anchorCtr="0">
            <a:noAutofit/>
          </a:bodyPr>
          <a:lstStyle/>
          <a:p>
            <a:pPr lvl="0"/>
            <a:fld id="{E756D175-EA1F-4119-B8F0-D9F4266C5422}" type="slidenum">
              <a:t>20</a:t>
            </a:fld>
            <a:endParaRPr lang="en-US"/>
          </a:p>
        </p:txBody>
      </p:sp>
      <p:sp>
        <p:nvSpPr>
          <p:cNvPr id="2" name="Slide Image Placeholder 1">
            <a:extLst>
              <a:ext uri="{FF2B5EF4-FFF2-40B4-BE49-F238E27FC236}">
                <a16:creationId xmlns:a16="http://schemas.microsoft.com/office/drawing/2014/main" id="{506E5E28-E3F8-DBE6-3321-8437F51C1401}"/>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02691FA-8A8B-8910-2E27-258E7735FAED}"/>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C9672A3-64F1-D8AA-D29D-0BB517778775}"/>
              </a:ext>
            </a:extLst>
          </p:cNvPr>
          <p:cNvSpPr txBox="1">
            <a:spLocks noGrp="1"/>
          </p:cNvSpPr>
          <p:nvPr>
            <p:ph type="sldNum" sz="quarter" idx="5"/>
          </p:nvPr>
        </p:nvSpPr>
        <p:spPr>
          <a:ln/>
        </p:spPr>
        <p:txBody>
          <a:bodyPr vert="horz" lIns="0" tIns="0" rIns="0" bIns="0" anchor="b" anchorCtr="0">
            <a:noAutofit/>
          </a:bodyPr>
          <a:lstStyle/>
          <a:p>
            <a:pPr lvl="0"/>
            <a:fld id="{D5D9216E-377B-43D4-AD31-975FABB3303C}" type="slidenum">
              <a:t>21</a:t>
            </a:fld>
            <a:endParaRPr lang="en-US"/>
          </a:p>
        </p:txBody>
      </p:sp>
      <p:sp>
        <p:nvSpPr>
          <p:cNvPr id="2" name="Slide Image Placeholder 1">
            <a:extLst>
              <a:ext uri="{FF2B5EF4-FFF2-40B4-BE49-F238E27FC236}">
                <a16:creationId xmlns:a16="http://schemas.microsoft.com/office/drawing/2014/main" id="{4460CCFB-4A14-1EC3-3C8C-92C64DD36DAE}"/>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C0232681-66EA-C9FB-DBCF-DF1856606968}"/>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BD0129F-336E-63F6-130A-1E4E8DB05DCE}"/>
              </a:ext>
            </a:extLst>
          </p:cNvPr>
          <p:cNvSpPr txBox="1">
            <a:spLocks noGrp="1"/>
          </p:cNvSpPr>
          <p:nvPr>
            <p:ph type="sldNum" sz="quarter" idx="5"/>
          </p:nvPr>
        </p:nvSpPr>
        <p:spPr>
          <a:ln/>
        </p:spPr>
        <p:txBody>
          <a:bodyPr vert="horz" lIns="0" tIns="0" rIns="0" bIns="0" anchor="b" anchorCtr="0">
            <a:noAutofit/>
          </a:bodyPr>
          <a:lstStyle/>
          <a:p>
            <a:pPr lvl="0"/>
            <a:fld id="{94826C95-7AEE-4855-ABFB-B2B2356B348D}" type="slidenum">
              <a:t>22</a:t>
            </a:fld>
            <a:endParaRPr lang="en-US"/>
          </a:p>
        </p:txBody>
      </p:sp>
      <p:sp>
        <p:nvSpPr>
          <p:cNvPr id="2" name="Slide Image Placeholder 1">
            <a:extLst>
              <a:ext uri="{FF2B5EF4-FFF2-40B4-BE49-F238E27FC236}">
                <a16:creationId xmlns:a16="http://schemas.microsoft.com/office/drawing/2014/main" id="{07AE119D-795C-ABE6-97AB-ABDD5C350693}"/>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8D20DB10-375C-583B-3061-8723F746C75F}"/>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193A5A5-F5B6-518A-191F-DD17F7FF5147}"/>
              </a:ext>
            </a:extLst>
          </p:cNvPr>
          <p:cNvSpPr txBox="1">
            <a:spLocks noGrp="1"/>
          </p:cNvSpPr>
          <p:nvPr>
            <p:ph type="sldNum" sz="quarter" idx="5"/>
          </p:nvPr>
        </p:nvSpPr>
        <p:spPr>
          <a:ln/>
        </p:spPr>
        <p:txBody>
          <a:bodyPr vert="horz" lIns="0" tIns="0" rIns="0" bIns="0" anchor="b" anchorCtr="0">
            <a:noAutofit/>
          </a:bodyPr>
          <a:lstStyle/>
          <a:p>
            <a:pPr lvl="0"/>
            <a:fld id="{0D36D2B0-1447-4D01-9C1D-3B90838645F2}" type="slidenum">
              <a:t>23</a:t>
            </a:fld>
            <a:endParaRPr lang="en-US"/>
          </a:p>
        </p:txBody>
      </p:sp>
      <p:sp>
        <p:nvSpPr>
          <p:cNvPr id="2" name="Slide Image Placeholder 1">
            <a:extLst>
              <a:ext uri="{FF2B5EF4-FFF2-40B4-BE49-F238E27FC236}">
                <a16:creationId xmlns:a16="http://schemas.microsoft.com/office/drawing/2014/main" id="{93170758-A28A-8471-33D7-E95C4F727CD1}"/>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B16BF21-9C3A-FDD5-EC08-C0323A99B081}"/>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C720EA9-4ECC-1E5B-BC11-A49376CFA70D}"/>
              </a:ext>
            </a:extLst>
          </p:cNvPr>
          <p:cNvSpPr txBox="1">
            <a:spLocks noGrp="1"/>
          </p:cNvSpPr>
          <p:nvPr>
            <p:ph type="sldNum" sz="quarter" idx="5"/>
          </p:nvPr>
        </p:nvSpPr>
        <p:spPr>
          <a:ln/>
        </p:spPr>
        <p:txBody>
          <a:bodyPr vert="horz" lIns="0" tIns="0" rIns="0" bIns="0" anchor="b" anchorCtr="0">
            <a:noAutofit/>
          </a:bodyPr>
          <a:lstStyle/>
          <a:p>
            <a:pPr lvl="0"/>
            <a:fld id="{E6241E8B-5E3D-41B7-93CC-663716A68A61}" type="slidenum">
              <a:t>24</a:t>
            </a:fld>
            <a:endParaRPr lang="en-US"/>
          </a:p>
        </p:txBody>
      </p:sp>
      <p:sp>
        <p:nvSpPr>
          <p:cNvPr id="2" name="Slide Image Placeholder 1">
            <a:extLst>
              <a:ext uri="{FF2B5EF4-FFF2-40B4-BE49-F238E27FC236}">
                <a16:creationId xmlns:a16="http://schemas.microsoft.com/office/drawing/2014/main" id="{D4D0AF43-8CBE-6356-5E22-47D3559E9989}"/>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71F02E03-6D6A-D5B8-EDA3-028616A9CAE2}"/>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B1C9472-6462-833A-1802-4CE8B041FD4F}"/>
              </a:ext>
            </a:extLst>
          </p:cNvPr>
          <p:cNvSpPr txBox="1">
            <a:spLocks noGrp="1"/>
          </p:cNvSpPr>
          <p:nvPr>
            <p:ph type="sldNum" sz="quarter" idx="5"/>
          </p:nvPr>
        </p:nvSpPr>
        <p:spPr>
          <a:ln/>
        </p:spPr>
        <p:txBody>
          <a:bodyPr vert="horz" lIns="0" tIns="0" rIns="0" bIns="0" anchor="b" anchorCtr="0">
            <a:noAutofit/>
          </a:bodyPr>
          <a:lstStyle/>
          <a:p>
            <a:pPr lvl="0"/>
            <a:fld id="{4E03E0E4-9CF7-4C56-A197-53158B57F2FA}" type="slidenum">
              <a:t>25</a:t>
            </a:fld>
            <a:endParaRPr lang="en-US"/>
          </a:p>
        </p:txBody>
      </p:sp>
      <p:sp>
        <p:nvSpPr>
          <p:cNvPr id="2" name="Slide Image Placeholder 1">
            <a:extLst>
              <a:ext uri="{FF2B5EF4-FFF2-40B4-BE49-F238E27FC236}">
                <a16:creationId xmlns:a16="http://schemas.microsoft.com/office/drawing/2014/main" id="{78A4C733-E186-5E0E-2D2B-B964BF1F6BC3}"/>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3F63BD77-E475-0703-6CC8-E645EA9DE712}"/>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0084E66-0CC3-EC24-6DC6-24C94D584F9A}"/>
              </a:ext>
            </a:extLst>
          </p:cNvPr>
          <p:cNvSpPr txBox="1">
            <a:spLocks noGrp="1"/>
          </p:cNvSpPr>
          <p:nvPr>
            <p:ph type="sldNum" sz="quarter" idx="5"/>
          </p:nvPr>
        </p:nvSpPr>
        <p:spPr>
          <a:ln/>
        </p:spPr>
        <p:txBody>
          <a:bodyPr vert="horz" lIns="0" tIns="0" rIns="0" bIns="0" anchor="b" anchorCtr="0">
            <a:noAutofit/>
          </a:bodyPr>
          <a:lstStyle/>
          <a:p>
            <a:pPr lvl="0"/>
            <a:fld id="{F54E1DC7-EBEC-4ED1-A087-3AE838F89B14}" type="slidenum">
              <a:t>27</a:t>
            </a:fld>
            <a:endParaRPr lang="en-US"/>
          </a:p>
        </p:txBody>
      </p:sp>
      <p:sp>
        <p:nvSpPr>
          <p:cNvPr id="2" name="Slide Image Placeholder 1">
            <a:extLst>
              <a:ext uri="{FF2B5EF4-FFF2-40B4-BE49-F238E27FC236}">
                <a16:creationId xmlns:a16="http://schemas.microsoft.com/office/drawing/2014/main" id="{FB8CC12B-5720-C495-DF2C-A43F838DC660}"/>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6075E975-E219-56E9-4588-B65F75925941}"/>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4491188-BA67-90C9-0BED-78DCE064C84B}"/>
              </a:ext>
            </a:extLst>
          </p:cNvPr>
          <p:cNvSpPr txBox="1">
            <a:spLocks noGrp="1"/>
          </p:cNvSpPr>
          <p:nvPr>
            <p:ph type="sldNum" sz="quarter" idx="5"/>
          </p:nvPr>
        </p:nvSpPr>
        <p:spPr>
          <a:ln/>
        </p:spPr>
        <p:txBody>
          <a:bodyPr vert="horz" lIns="0" tIns="0" rIns="0" bIns="0" anchor="b" anchorCtr="0">
            <a:noAutofit/>
          </a:bodyPr>
          <a:lstStyle/>
          <a:p>
            <a:pPr lvl="0"/>
            <a:fld id="{FC777FAD-018F-4FD1-949B-1147DA7EBB3D}" type="slidenum">
              <a:t>28</a:t>
            </a:fld>
            <a:endParaRPr lang="en-US"/>
          </a:p>
        </p:txBody>
      </p:sp>
      <p:sp>
        <p:nvSpPr>
          <p:cNvPr id="2" name="Slide Image Placeholder 1">
            <a:extLst>
              <a:ext uri="{FF2B5EF4-FFF2-40B4-BE49-F238E27FC236}">
                <a16:creationId xmlns:a16="http://schemas.microsoft.com/office/drawing/2014/main" id="{1BE27AB9-3083-D61E-25AA-2A3EC1476CB7}"/>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D7D214E-8914-D50E-BE42-086D4984D0C6}"/>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81752C1-EADA-08BC-D97A-CDE5B576F47E}"/>
              </a:ext>
            </a:extLst>
          </p:cNvPr>
          <p:cNvSpPr txBox="1">
            <a:spLocks noGrp="1"/>
          </p:cNvSpPr>
          <p:nvPr>
            <p:ph type="sldNum" sz="quarter" idx="5"/>
          </p:nvPr>
        </p:nvSpPr>
        <p:spPr>
          <a:ln/>
        </p:spPr>
        <p:txBody>
          <a:bodyPr vert="horz" lIns="0" tIns="0" rIns="0" bIns="0" anchor="b" anchorCtr="0">
            <a:noAutofit/>
          </a:bodyPr>
          <a:lstStyle/>
          <a:p>
            <a:pPr lvl="0"/>
            <a:fld id="{EEB9AFC4-DC5B-4327-ACD4-04860D615A70}" type="slidenum">
              <a:t>29</a:t>
            </a:fld>
            <a:endParaRPr lang="en-US"/>
          </a:p>
        </p:txBody>
      </p:sp>
      <p:sp>
        <p:nvSpPr>
          <p:cNvPr id="2" name="Slide Image Placeholder 1">
            <a:extLst>
              <a:ext uri="{FF2B5EF4-FFF2-40B4-BE49-F238E27FC236}">
                <a16:creationId xmlns:a16="http://schemas.microsoft.com/office/drawing/2014/main" id="{D2B21953-91F0-D264-A5BC-EDD16D74292B}"/>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3DF106BE-FB72-7B7D-EBFA-5FED3043424F}"/>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F32F724-7314-5BFC-68D9-02E0B0299330}"/>
              </a:ext>
            </a:extLst>
          </p:cNvPr>
          <p:cNvSpPr txBox="1">
            <a:spLocks noGrp="1"/>
          </p:cNvSpPr>
          <p:nvPr>
            <p:ph type="sldNum" sz="quarter" idx="5"/>
          </p:nvPr>
        </p:nvSpPr>
        <p:spPr>
          <a:ln/>
        </p:spPr>
        <p:txBody>
          <a:bodyPr vert="horz" lIns="0" tIns="0" rIns="0" bIns="0" anchor="b" anchorCtr="0">
            <a:noAutofit/>
          </a:bodyPr>
          <a:lstStyle/>
          <a:p>
            <a:pPr lvl="0"/>
            <a:fld id="{A5E5F71D-608A-40B3-9CBB-B5ECEAF13523}" type="slidenum">
              <a:t>30</a:t>
            </a:fld>
            <a:endParaRPr lang="en-US"/>
          </a:p>
        </p:txBody>
      </p:sp>
      <p:sp>
        <p:nvSpPr>
          <p:cNvPr id="2" name="Slide Image Placeholder 1">
            <a:extLst>
              <a:ext uri="{FF2B5EF4-FFF2-40B4-BE49-F238E27FC236}">
                <a16:creationId xmlns:a16="http://schemas.microsoft.com/office/drawing/2014/main" id="{5FCBE141-CA1C-BB9F-FF1B-2C0734837F87}"/>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9413FD0B-0D93-74E3-541B-FFE7C51612EB}"/>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0FC7C06-8ED5-247D-2ACF-540AA4153A97}"/>
              </a:ext>
            </a:extLst>
          </p:cNvPr>
          <p:cNvSpPr txBox="1">
            <a:spLocks noGrp="1"/>
          </p:cNvSpPr>
          <p:nvPr>
            <p:ph type="sldNum" sz="quarter" idx="5"/>
          </p:nvPr>
        </p:nvSpPr>
        <p:spPr>
          <a:ln/>
        </p:spPr>
        <p:txBody>
          <a:bodyPr vert="horz" lIns="0" tIns="0" rIns="0" bIns="0" anchor="b" anchorCtr="0">
            <a:noAutofit/>
          </a:bodyPr>
          <a:lstStyle/>
          <a:p>
            <a:pPr lvl="0"/>
            <a:fld id="{59A80A16-01E9-4A46-B186-027E519297CF}" type="slidenum">
              <a:t>31</a:t>
            </a:fld>
            <a:endParaRPr lang="en-US"/>
          </a:p>
        </p:txBody>
      </p:sp>
      <p:sp>
        <p:nvSpPr>
          <p:cNvPr id="2" name="Slide Image Placeholder 1">
            <a:extLst>
              <a:ext uri="{FF2B5EF4-FFF2-40B4-BE49-F238E27FC236}">
                <a16:creationId xmlns:a16="http://schemas.microsoft.com/office/drawing/2014/main" id="{26472689-B9B3-8A5B-1FD7-E37DB09D85B4}"/>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1783138-1E52-690B-2E4B-175A852F67EF}"/>
              </a:ext>
            </a:extLst>
          </p:cNvPr>
          <p:cNvSpPr txBox="1">
            <a:spLocks noGrp="1"/>
          </p:cNvSpPr>
          <p:nvPr>
            <p:ph type="body" sz="quarter" idx="1"/>
          </p:nvPr>
        </p:nvSpPr>
        <p:spPr/>
        <p:txBody>
          <a:bodyPr vert="horz"/>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87E30-63EA-58C5-A67E-2176376C8DE9}"/>
              </a:ext>
            </a:extLst>
          </p:cNvPr>
          <p:cNvSpPr>
            <a:spLocks noGrp="1"/>
          </p:cNvSpPr>
          <p:nvPr>
            <p:ph type="ctrTitle"/>
          </p:nvPr>
        </p:nvSpPr>
        <p:spPr>
          <a:xfrm>
            <a:off x="1260475" y="927100"/>
            <a:ext cx="7558088" cy="197485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6A614F-88FE-A563-E7E1-28AE924A27BD}"/>
              </a:ext>
            </a:extLst>
          </p:cNvPr>
          <p:cNvSpPr>
            <a:spLocks noGrp="1"/>
          </p:cNvSpPr>
          <p:nvPr>
            <p:ph type="subTitle" idx="1"/>
          </p:nvPr>
        </p:nvSpPr>
        <p:spPr>
          <a:xfrm>
            <a:off x="1260475" y="2978150"/>
            <a:ext cx="7558088" cy="1368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60ED2E-00F3-B0C1-31D2-D750BB8F0968}"/>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080CB280-57EE-941D-0572-3D522AE52FCB}"/>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F95F6B4E-FA91-C232-1CBD-D6FE1CA61DBD}"/>
              </a:ext>
            </a:extLst>
          </p:cNvPr>
          <p:cNvSpPr>
            <a:spLocks noGrp="1"/>
          </p:cNvSpPr>
          <p:nvPr>
            <p:ph type="sldNum" sz="quarter" idx="12"/>
          </p:nvPr>
        </p:nvSpPr>
        <p:spPr/>
        <p:txBody>
          <a:bodyPr/>
          <a:lstStyle/>
          <a:p>
            <a:pPr lvl="0"/>
            <a:fld id="{FA42EAA1-9A2D-467B-96DE-4E0713973439}" type="slidenum">
              <a:t>‹#›</a:t>
            </a:fld>
            <a:endParaRPr lang="en-US"/>
          </a:p>
        </p:txBody>
      </p:sp>
    </p:spTree>
    <p:extLst>
      <p:ext uri="{BB962C8B-B14F-4D97-AF65-F5344CB8AC3E}">
        <p14:creationId xmlns:p14="http://schemas.microsoft.com/office/powerpoint/2010/main" val="1751221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3099F-C7F4-1F2D-61A3-CE13D868BA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5A17B2-2F1E-A3FA-7034-D4C7D6D209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6F1520-B8FF-6DCB-72A5-68F5368B46E4}"/>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AFDE3A89-1CD3-7E35-8B53-FFF66FEB2D30}"/>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FDB9FCDE-C95F-34CB-05B3-875167A98CE3}"/>
              </a:ext>
            </a:extLst>
          </p:cNvPr>
          <p:cNvSpPr>
            <a:spLocks noGrp="1"/>
          </p:cNvSpPr>
          <p:nvPr>
            <p:ph type="sldNum" sz="quarter" idx="12"/>
          </p:nvPr>
        </p:nvSpPr>
        <p:spPr/>
        <p:txBody>
          <a:bodyPr/>
          <a:lstStyle/>
          <a:p>
            <a:pPr lvl="0"/>
            <a:fld id="{6FE0FCEB-3D2B-42CD-A8D0-646591D32A9B}" type="slidenum">
              <a:t>‹#›</a:t>
            </a:fld>
            <a:endParaRPr lang="en-US"/>
          </a:p>
        </p:txBody>
      </p:sp>
    </p:spTree>
    <p:extLst>
      <p:ext uri="{BB962C8B-B14F-4D97-AF65-F5344CB8AC3E}">
        <p14:creationId xmlns:p14="http://schemas.microsoft.com/office/powerpoint/2010/main" val="3804772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CA802-DF8F-99B1-0DF8-103D45C64430}"/>
              </a:ext>
            </a:extLst>
          </p:cNvPr>
          <p:cNvSpPr>
            <a:spLocks noGrp="1"/>
          </p:cNvSpPr>
          <p:nvPr>
            <p:ph type="title"/>
          </p:nvPr>
        </p:nvSpPr>
        <p:spPr>
          <a:xfrm>
            <a:off x="687388" y="1412875"/>
            <a:ext cx="8691562" cy="235902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6A793C0-A8F1-961E-D340-BFEB1A93BBAC}"/>
              </a:ext>
            </a:extLst>
          </p:cNvPr>
          <p:cNvSpPr>
            <a:spLocks noGrp="1"/>
          </p:cNvSpPr>
          <p:nvPr>
            <p:ph type="body" idx="1"/>
          </p:nvPr>
        </p:nvSpPr>
        <p:spPr>
          <a:xfrm>
            <a:off x="687388" y="3794125"/>
            <a:ext cx="8691562" cy="12398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0DF60E-B802-AC05-1D20-34A6A818774F}"/>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130AC73E-6E5C-E37A-98A4-3867170CB617}"/>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9D745CE4-978E-FB8D-AF2A-6124B2517B8B}"/>
              </a:ext>
            </a:extLst>
          </p:cNvPr>
          <p:cNvSpPr>
            <a:spLocks noGrp="1"/>
          </p:cNvSpPr>
          <p:nvPr>
            <p:ph type="sldNum" sz="quarter" idx="12"/>
          </p:nvPr>
        </p:nvSpPr>
        <p:spPr/>
        <p:txBody>
          <a:bodyPr/>
          <a:lstStyle/>
          <a:p>
            <a:pPr lvl="0"/>
            <a:fld id="{8B66BB5D-2906-4E0F-B902-FB05E4C710D8}" type="slidenum">
              <a:t>‹#›</a:t>
            </a:fld>
            <a:endParaRPr lang="en-US"/>
          </a:p>
        </p:txBody>
      </p:sp>
    </p:spTree>
    <p:extLst>
      <p:ext uri="{BB962C8B-B14F-4D97-AF65-F5344CB8AC3E}">
        <p14:creationId xmlns:p14="http://schemas.microsoft.com/office/powerpoint/2010/main" val="220848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D05E4-5C4C-D197-75CB-B267E08753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42FBAC-E348-A4EB-8B30-FA6EBE627FBE}"/>
              </a:ext>
            </a:extLst>
          </p:cNvPr>
          <p:cNvSpPr>
            <a:spLocks noGrp="1"/>
          </p:cNvSpPr>
          <p:nvPr>
            <p:ph sz="half" idx="1"/>
          </p:nvPr>
        </p:nvSpPr>
        <p:spPr>
          <a:xfrm>
            <a:off x="276225" y="914400"/>
            <a:ext cx="4765675" cy="4446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2067EC-9236-4710-E1A0-DC13F63E1526}"/>
              </a:ext>
            </a:extLst>
          </p:cNvPr>
          <p:cNvSpPr>
            <a:spLocks noGrp="1"/>
          </p:cNvSpPr>
          <p:nvPr>
            <p:ph sz="half" idx="2"/>
          </p:nvPr>
        </p:nvSpPr>
        <p:spPr>
          <a:xfrm>
            <a:off x="5194300" y="914400"/>
            <a:ext cx="4767263" cy="4446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F9A2BA-AA3B-03CE-4B80-190789104D36}"/>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4D597BA2-F866-70F3-EDEC-F063CC2FCB39}"/>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6516847C-E9BE-AF60-F4E2-03C0E304405D}"/>
              </a:ext>
            </a:extLst>
          </p:cNvPr>
          <p:cNvSpPr>
            <a:spLocks noGrp="1"/>
          </p:cNvSpPr>
          <p:nvPr>
            <p:ph type="sldNum" sz="quarter" idx="12"/>
          </p:nvPr>
        </p:nvSpPr>
        <p:spPr/>
        <p:txBody>
          <a:bodyPr/>
          <a:lstStyle/>
          <a:p>
            <a:pPr lvl="0"/>
            <a:fld id="{368BBB80-0F23-475C-9E9F-3DB539A2F02F}" type="slidenum">
              <a:t>‹#›</a:t>
            </a:fld>
            <a:endParaRPr lang="en-US"/>
          </a:p>
        </p:txBody>
      </p:sp>
    </p:spTree>
    <p:extLst>
      <p:ext uri="{BB962C8B-B14F-4D97-AF65-F5344CB8AC3E}">
        <p14:creationId xmlns:p14="http://schemas.microsoft.com/office/powerpoint/2010/main" val="1596115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3BA3F-DD11-91B8-0E92-893A040E4784}"/>
              </a:ext>
            </a:extLst>
          </p:cNvPr>
          <p:cNvSpPr>
            <a:spLocks noGrp="1"/>
          </p:cNvSpPr>
          <p:nvPr>
            <p:ph type="title"/>
          </p:nvPr>
        </p:nvSpPr>
        <p:spPr>
          <a:xfrm>
            <a:off x="693738" y="301625"/>
            <a:ext cx="8691562" cy="1095375"/>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1BFF86-9BCC-5576-CC69-44F92EED6517}"/>
              </a:ext>
            </a:extLst>
          </p:cNvPr>
          <p:cNvSpPr>
            <a:spLocks noGrp="1"/>
          </p:cNvSpPr>
          <p:nvPr>
            <p:ph type="body" idx="1"/>
          </p:nvPr>
        </p:nvSpPr>
        <p:spPr>
          <a:xfrm>
            <a:off x="693738" y="1389063"/>
            <a:ext cx="4264025" cy="681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9F25DE-BACA-791B-5C6B-9A4F8C9FDA9D}"/>
              </a:ext>
            </a:extLst>
          </p:cNvPr>
          <p:cNvSpPr>
            <a:spLocks noGrp="1"/>
          </p:cNvSpPr>
          <p:nvPr>
            <p:ph sz="half" idx="2"/>
          </p:nvPr>
        </p:nvSpPr>
        <p:spPr>
          <a:xfrm>
            <a:off x="693738" y="2070100"/>
            <a:ext cx="4264025" cy="3046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636743-93CA-68FB-00DD-70C18686DE17}"/>
              </a:ext>
            </a:extLst>
          </p:cNvPr>
          <p:cNvSpPr>
            <a:spLocks noGrp="1"/>
          </p:cNvSpPr>
          <p:nvPr>
            <p:ph type="body" sz="quarter" idx="3"/>
          </p:nvPr>
        </p:nvSpPr>
        <p:spPr>
          <a:xfrm>
            <a:off x="5102225" y="1389063"/>
            <a:ext cx="4283075" cy="681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8BC8BE-6E24-C443-AD63-4D1849D0E5BE}"/>
              </a:ext>
            </a:extLst>
          </p:cNvPr>
          <p:cNvSpPr>
            <a:spLocks noGrp="1"/>
          </p:cNvSpPr>
          <p:nvPr>
            <p:ph sz="quarter" idx="4"/>
          </p:nvPr>
        </p:nvSpPr>
        <p:spPr>
          <a:xfrm>
            <a:off x="5102225" y="2070100"/>
            <a:ext cx="4283075" cy="3046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B5AF2D-1329-D17A-0DC4-55CAB86CD1FB}"/>
              </a:ext>
            </a:extLst>
          </p:cNvPr>
          <p:cNvSpPr>
            <a:spLocks noGrp="1"/>
          </p:cNvSpPr>
          <p:nvPr>
            <p:ph type="dt" sz="half" idx="10"/>
          </p:nvPr>
        </p:nvSpPr>
        <p:spPr/>
        <p:txBody>
          <a:bodyPr/>
          <a:lstStyle/>
          <a:p>
            <a:pPr lvl="0"/>
            <a:endParaRPr lang="en-US"/>
          </a:p>
        </p:txBody>
      </p:sp>
      <p:sp>
        <p:nvSpPr>
          <p:cNvPr id="8" name="Footer Placeholder 7">
            <a:extLst>
              <a:ext uri="{FF2B5EF4-FFF2-40B4-BE49-F238E27FC236}">
                <a16:creationId xmlns:a16="http://schemas.microsoft.com/office/drawing/2014/main" id="{AFF3E08C-AC87-268C-6AD4-162C189173A0}"/>
              </a:ext>
            </a:extLst>
          </p:cNvPr>
          <p:cNvSpPr>
            <a:spLocks noGrp="1"/>
          </p:cNvSpPr>
          <p:nvPr>
            <p:ph type="ftr" sz="quarter" idx="11"/>
          </p:nvPr>
        </p:nvSpPr>
        <p:spPr/>
        <p:txBody>
          <a:bodyPr/>
          <a:lstStyle/>
          <a:p>
            <a:pPr lvl="0"/>
            <a:endParaRPr lang="en-US"/>
          </a:p>
        </p:txBody>
      </p:sp>
      <p:sp>
        <p:nvSpPr>
          <p:cNvPr id="9" name="Slide Number Placeholder 8">
            <a:extLst>
              <a:ext uri="{FF2B5EF4-FFF2-40B4-BE49-F238E27FC236}">
                <a16:creationId xmlns:a16="http://schemas.microsoft.com/office/drawing/2014/main" id="{94AE355C-9CBA-4CF0-8785-8CED22E66735}"/>
              </a:ext>
            </a:extLst>
          </p:cNvPr>
          <p:cNvSpPr>
            <a:spLocks noGrp="1"/>
          </p:cNvSpPr>
          <p:nvPr>
            <p:ph type="sldNum" sz="quarter" idx="12"/>
          </p:nvPr>
        </p:nvSpPr>
        <p:spPr/>
        <p:txBody>
          <a:bodyPr/>
          <a:lstStyle/>
          <a:p>
            <a:pPr lvl="0"/>
            <a:fld id="{05299044-05AC-4265-B0F2-747147C5FA41}" type="slidenum">
              <a:t>‹#›</a:t>
            </a:fld>
            <a:endParaRPr lang="en-US"/>
          </a:p>
        </p:txBody>
      </p:sp>
    </p:spTree>
    <p:extLst>
      <p:ext uri="{BB962C8B-B14F-4D97-AF65-F5344CB8AC3E}">
        <p14:creationId xmlns:p14="http://schemas.microsoft.com/office/powerpoint/2010/main" val="941061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9AC75-AAB6-8C88-9243-ACF495E322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42DC331-AB87-E97D-DADE-DABD3A3FCE0D}"/>
              </a:ext>
            </a:extLst>
          </p:cNvPr>
          <p:cNvSpPr>
            <a:spLocks noGrp="1"/>
          </p:cNvSpPr>
          <p:nvPr>
            <p:ph type="dt" sz="half" idx="10"/>
          </p:nvPr>
        </p:nvSpPr>
        <p:spPr/>
        <p:txBody>
          <a:bodyPr/>
          <a:lstStyle/>
          <a:p>
            <a:pPr lvl="0"/>
            <a:endParaRPr lang="en-US"/>
          </a:p>
        </p:txBody>
      </p:sp>
      <p:sp>
        <p:nvSpPr>
          <p:cNvPr id="4" name="Footer Placeholder 3">
            <a:extLst>
              <a:ext uri="{FF2B5EF4-FFF2-40B4-BE49-F238E27FC236}">
                <a16:creationId xmlns:a16="http://schemas.microsoft.com/office/drawing/2014/main" id="{1B42F557-8E7A-EDE3-9828-3012F0E9CB1E}"/>
              </a:ext>
            </a:extLst>
          </p:cNvPr>
          <p:cNvSpPr>
            <a:spLocks noGrp="1"/>
          </p:cNvSpPr>
          <p:nvPr>
            <p:ph type="ftr" sz="quarter" idx="11"/>
          </p:nvPr>
        </p:nvSpPr>
        <p:spPr/>
        <p:txBody>
          <a:bodyPr/>
          <a:lstStyle/>
          <a:p>
            <a:pPr lvl="0"/>
            <a:endParaRPr lang="en-US"/>
          </a:p>
        </p:txBody>
      </p:sp>
      <p:sp>
        <p:nvSpPr>
          <p:cNvPr id="5" name="Slide Number Placeholder 4">
            <a:extLst>
              <a:ext uri="{FF2B5EF4-FFF2-40B4-BE49-F238E27FC236}">
                <a16:creationId xmlns:a16="http://schemas.microsoft.com/office/drawing/2014/main" id="{25467FD3-0A6D-AA43-C765-60E7D93E2477}"/>
              </a:ext>
            </a:extLst>
          </p:cNvPr>
          <p:cNvSpPr>
            <a:spLocks noGrp="1"/>
          </p:cNvSpPr>
          <p:nvPr>
            <p:ph type="sldNum" sz="quarter" idx="12"/>
          </p:nvPr>
        </p:nvSpPr>
        <p:spPr/>
        <p:txBody>
          <a:bodyPr/>
          <a:lstStyle/>
          <a:p>
            <a:pPr lvl="0"/>
            <a:fld id="{B9063BF3-00DB-4A8B-8F5D-20DF3BDA3E1C}" type="slidenum">
              <a:t>‹#›</a:t>
            </a:fld>
            <a:endParaRPr lang="en-US"/>
          </a:p>
        </p:txBody>
      </p:sp>
    </p:spTree>
    <p:extLst>
      <p:ext uri="{BB962C8B-B14F-4D97-AF65-F5344CB8AC3E}">
        <p14:creationId xmlns:p14="http://schemas.microsoft.com/office/powerpoint/2010/main" val="168019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6337F1-AF45-BA42-2DD3-5BA3EA021CB4}"/>
              </a:ext>
            </a:extLst>
          </p:cNvPr>
          <p:cNvSpPr>
            <a:spLocks noGrp="1"/>
          </p:cNvSpPr>
          <p:nvPr>
            <p:ph type="dt" sz="half" idx="10"/>
          </p:nvPr>
        </p:nvSpPr>
        <p:spPr/>
        <p:txBody>
          <a:bodyPr/>
          <a:lstStyle/>
          <a:p>
            <a:pPr lvl="0"/>
            <a:endParaRPr lang="en-US"/>
          </a:p>
        </p:txBody>
      </p:sp>
      <p:sp>
        <p:nvSpPr>
          <p:cNvPr id="3" name="Footer Placeholder 2">
            <a:extLst>
              <a:ext uri="{FF2B5EF4-FFF2-40B4-BE49-F238E27FC236}">
                <a16:creationId xmlns:a16="http://schemas.microsoft.com/office/drawing/2014/main" id="{C78B0A6A-9F40-9D72-4F45-05F21C2B57A2}"/>
              </a:ext>
            </a:extLst>
          </p:cNvPr>
          <p:cNvSpPr>
            <a:spLocks noGrp="1"/>
          </p:cNvSpPr>
          <p:nvPr>
            <p:ph type="ftr" sz="quarter" idx="11"/>
          </p:nvPr>
        </p:nvSpPr>
        <p:spPr/>
        <p:txBody>
          <a:bodyPr/>
          <a:lstStyle/>
          <a:p>
            <a:pPr lvl="0"/>
            <a:endParaRPr lang="en-US"/>
          </a:p>
        </p:txBody>
      </p:sp>
      <p:sp>
        <p:nvSpPr>
          <p:cNvPr id="4" name="Slide Number Placeholder 3">
            <a:extLst>
              <a:ext uri="{FF2B5EF4-FFF2-40B4-BE49-F238E27FC236}">
                <a16:creationId xmlns:a16="http://schemas.microsoft.com/office/drawing/2014/main" id="{26546AB5-BA61-69AB-F612-582886B0AF05}"/>
              </a:ext>
            </a:extLst>
          </p:cNvPr>
          <p:cNvSpPr>
            <a:spLocks noGrp="1"/>
          </p:cNvSpPr>
          <p:nvPr>
            <p:ph type="sldNum" sz="quarter" idx="12"/>
          </p:nvPr>
        </p:nvSpPr>
        <p:spPr/>
        <p:txBody>
          <a:bodyPr/>
          <a:lstStyle/>
          <a:p>
            <a:pPr lvl="0"/>
            <a:fld id="{D771E6C0-27A3-4D0B-878D-33605776D284}" type="slidenum">
              <a:t>‹#›</a:t>
            </a:fld>
            <a:endParaRPr lang="en-US"/>
          </a:p>
        </p:txBody>
      </p:sp>
    </p:spTree>
    <p:extLst>
      <p:ext uri="{BB962C8B-B14F-4D97-AF65-F5344CB8AC3E}">
        <p14:creationId xmlns:p14="http://schemas.microsoft.com/office/powerpoint/2010/main" val="48223017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A5819-2361-CAE0-C7D8-0620E39B091D}"/>
              </a:ext>
            </a:extLst>
          </p:cNvPr>
          <p:cNvSpPr>
            <a:spLocks noGrp="1"/>
          </p:cNvSpPr>
          <p:nvPr>
            <p:ph type="title"/>
          </p:nvPr>
        </p:nvSpPr>
        <p:spPr>
          <a:xfrm>
            <a:off x="693738" y="377825"/>
            <a:ext cx="3251200" cy="1322388"/>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E7433B-9A60-C80B-9AF6-F704258CEB2C}"/>
              </a:ext>
            </a:extLst>
          </p:cNvPr>
          <p:cNvSpPr>
            <a:spLocks noGrp="1"/>
          </p:cNvSpPr>
          <p:nvPr>
            <p:ph idx="1"/>
          </p:nvPr>
        </p:nvSpPr>
        <p:spPr>
          <a:xfrm>
            <a:off x="4284663" y="815975"/>
            <a:ext cx="5100637" cy="40290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5E4EF4F-15E4-9B5D-22BD-907F7C7B106F}"/>
              </a:ext>
            </a:extLst>
          </p:cNvPr>
          <p:cNvSpPr>
            <a:spLocks noGrp="1"/>
          </p:cNvSpPr>
          <p:nvPr>
            <p:ph type="body" sz="half" idx="2"/>
          </p:nvPr>
        </p:nvSpPr>
        <p:spPr>
          <a:xfrm>
            <a:off x="693738" y="1700213"/>
            <a:ext cx="3251200" cy="31511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BAFD1E-8D29-5587-BDC7-816FB4FB1639}"/>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15D87DE4-7EFF-CAF6-7A3C-AF6C68E00190}"/>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184014DE-0992-5EF3-1F84-DBA304473703}"/>
              </a:ext>
            </a:extLst>
          </p:cNvPr>
          <p:cNvSpPr>
            <a:spLocks noGrp="1"/>
          </p:cNvSpPr>
          <p:nvPr>
            <p:ph type="sldNum" sz="quarter" idx="12"/>
          </p:nvPr>
        </p:nvSpPr>
        <p:spPr/>
        <p:txBody>
          <a:bodyPr/>
          <a:lstStyle/>
          <a:p>
            <a:pPr lvl="0"/>
            <a:fld id="{90496812-C849-489E-9FA6-2C9AA970BE74}" type="slidenum">
              <a:t>‹#›</a:t>
            </a:fld>
            <a:endParaRPr lang="en-US"/>
          </a:p>
        </p:txBody>
      </p:sp>
    </p:spTree>
    <p:extLst>
      <p:ext uri="{BB962C8B-B14F-4D97-AF65-F5344CB8AC3E}">
        <p14:creationId xmlns:p14="http://schemas.microsoft.com/office/powerpoint/2010/main" val="4254573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665AA-0189-BD7D-1611-2698AE4594D6}"/>
              </a:ext>
            </a:extLst>
          </p:cNvPr>
          <p:cNvSpPr>
            <a:spLocks noGrp="1"/>
          </p:cNvSpPr>
          <p:nvPr>
            <p:ph type="title"/>
          </p:nvPr>
        </p:nvSpPr>
        <p:spPr>
          <a:xfrm>
            <a:off x="693738" y="377825"/>
            <a:ext cx="3251200" cy="1322388"/>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A3C1B5F-54DE-7031-16DD-FE4AB9063612}"/>
              </a:ext>
            </a:extLst>
          </p:cNvPr>
          <p:cNvSpPr>
            <a:spLocks noGrp="1"/>
          </p:cNvSpPr>
          <p:nvPr>
            <p:ph type="pic" idx="1"/>
          </p:nvPr>
        </p:nvSpPr>
        <p:spPr>
          <a:xfrm>
            <a:off x="4284663" y="815975"/>
            <a:ext cx="5100637" cy="4029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1D7957-35BB-DA4D-F9A7-610FC4D5B689}"/>
              </a:ext>
            </a:extLst>
          </p:cNvPr>
          <p:cNvSpPr>
            <a:spLocks noGrp="1"/>
          </p:cNvSpPr>
          <p:nvPr>
            <p:ph type="body" sz="half" idx="2"/>
          </p:nvPr>
        </p:nvSpPr>
        <p:spPr>
          <a:xfrm>
            <a:off x="693738" y="1700213"/>
            <a:ext cx="3251200" cy="31511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ACD865-D4CC-198B-7C22-B6B476A82F98}"/>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D10D4C73-21CB-C534-3637-0BADB38F018E}"/>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94D3AB27-AD6D-BD7A-E93C-BCE92A819AB1}"/>
              </a:ext>
            </a:extLst>
          </p:cNvPr>
          <p:cNvSpPr>
            <a:spLocks noGrp="1"/>
          </p:cNvSpPr>
          <p:nvPr>
            <p:ph type="sldNum" sz="quarter" idx="12"/>
          </p:nvPr>
        </p:nvSpPr>
        <p:spPr/>
        <p:txBody>
          <a:bodyPr/>
          <a:lstStyle/>
          <a:p>
            <a:pPr lvl="0"/>
            <a:fld id="{D5385AE5-7610-40A9-AF5A-26E04B219584}" type="slidenum">
              <a:t>‹#›</a:t>
            </a:fld>
            <a:endParaRPr lang="en-US"/>
          </a:p>
        </p:txBody>
      </p:sp>
    </p:spTree>
    <p:extLst>
      <p:ext uri="{BB962C8B-B14F-4D97-AF65-F5344CB8AC3E}">
        <p14:creationId xmlns:p14="http://schemas.microsoft.com/office/powerpoint/2010/main" val="571098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9873A-A624-5E03-BE16-FE5AA8F389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A43FAC-3CCA-C5CA-FD23-4C65A55906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27B1EF-41B9-90F5-7258-25482EDC99BE}"/>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7A53EEAB-7633-43CE-A045-5000F5CB5D2A}"/>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7604A9DA-6A36-F3EB-C153-58904EFA6EF4}"/>
              </a:ext>
            </a:extLst>
          </p:cNvPr>
          <p:cNvSpPr>
            <a:spLocks noGrp="1"/>
          </p:cNvSpPr>
          <p:nvPr>
            <p:ph type="sldNum" sz="quarter" idx="12"/>
          </p:nvPr>
        </p:nvSpPr>
        <p:spPr/>
        <p:txBody>
          <a:bodyPr/>
          <a:lstStyle/>
          <a:p>
            <a:pPr lvl="0"/>
            <a:fld id="{5011B32F-35C1-4CCC-8F35-BA79DFC13A0F}" type="slidenum">
              <a:t>‹#›</a:t>
            </a:fld>
            <a:endParaRPr lang="en-US"/>
          </a:p>
        </p:txBody>
      </p:sp>
    </p:spTree>
    <p:extLst>
      <p:ext uri="{BB962C8B-B14F-4D97-AF65-F5344CB8AC3E}">
        <p14:creationId xmlns:p14="http://schemas.microsoft.com/office/powerpoint/2010/main" val="454935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DAA922-DCF6-3C46-4138-697109A39A72}"/>
              </a:ext>
            </a:extLst>
          </p:cNvPr>
          <p:cNvSpPr>
            <a:spLocks noGrp="1"/>
          </p:cNvSpPr>
          <p:nvPr>
            <p:ph type="title" orient="vert"/>
          </p:nvPr>
        </p:nvSpPr>
        <p:spPr>
          <a:xfrm>
            <a:off x="7600950" y="80963"/>
            <a:ext cx="2439988" cy="52800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B32D1A-7D29-5E1C-054B-C11D067FBFC6}"/>
              </a:ext>
            </a:extLst>
          </p:cNvPr>
          <p:cNvSpPr>
            <a:spLocks noGrp="1"/>
          </p:cNvSpPr>
          <p:nvPr>
            <p:ph type="body" orient="vert" idx="1"/>
          </p:nvPr>
        </p:nvSpPr>
        <p:spPr>
          <a:xfrm>
            <a:off x="276225" y="80963"/>
            <a:ext cx="7172325" cy="52800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83070C-DF6F-6309-C2DC-A8D505DEA689}"/>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61877FA9-F1B5-5EF0-EBB5-9A7955C1C631}"/>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9355678F-439C-930D-8402-51393D8FADBB}"/>
              </a:ext>
            </a:extLst>
          </p:cNvPr>
          <p:cNvSpPr>
            <a:spLocks noGrp="1"/>
          </p:cNvSpPr>
          <p:nvPr>
            <p:ph type="sldNum" sz="quarter" idx="12"/>
          </p:nvPr>
        </p:nvSpPr>
        <p:spPr/>
        <p:txBody>
          <a:bodyPr/>
          <a:lstStyle/>
          <a:p>
            <a:pPr lvl="0"/>
            <a:fld id="{7406BCA2-14E9-49E6-86F7-1171685D9BA7}" type="slidenum">
              <a:t>‹#›</a:t>
            </a:fld>
            <a:endParaRPr lang="en-US"/>
          </a:p>
        </p:txBody>
      </p:sp>
    </p:spTree>
    <p:extLst>
      <p:ext uri="{BB962C8B-B14F-4D97-AF65-F5344CB8AC3E}">
        <p14:creationId xmlns:p14="http://schemas.microsoft.com/office/powerpoint/2010/main" val="2551286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5AF005-FA5F-20CC-B7D4-2C4DCBC5B563}"/>
              </a:ext>
            </a:extLst>
          </p:cNvPr>
          <p:cNvSpPr txBox="1">
            <a:spLocks noGrp="1"/>
          </p:cNvSpPr>
          <p:nvPr>
            <p:ph type="title"/>
          </p:nvPr>
        </p:nvSpPr>
        <p:spPr>
          <a:xfrm>
            <a:off x="365399" y="81720"/>
            <a:ext cx="9675360" cy="603720"/>
          </a:xfrm>
          <a:prstGeom prst="rect">
            <a:avLst/>
          </a:prstGeom>
          <a:noFill/>
          <a:ln>
            <a:noFill/>
          </a:ln>
        </p:spPr>
        <p:txBody>
          <a:bodyPr lIns="0" tIns="0" rIns="0" bIns="0" anchor="ctr"/>
          <a:lstStyle/>
          <a:p>
            <a:endParaRPr lang="en-US"/>
          </a:p>
        </p:txBody>
      </p:sp>
      <p:sp>
        <p:nvSpPr>
          <p:cNvPr id="3" name="Text Placeholder 2">
            <a:extLst>
              <a:ext uri="{FF2B5EF4-FFF2-40B4-BE49-F238E27FC236}">
                <a16:creationId xmlns:a16="http://schemas.microsoft.com/office/drawing/2014/main" id="{7EAD8ED1-8538-18D7-CD7F-56090BEC3516}"/>
              </a:ext>
            </a:extLst>
          </p:cNvPr>
          <p:cNvSpPr txBox="1">
            <a:spLocks noGrp="1"/>
          </p:cNvSpPr>
          <p:nvPr>
            <p:ph type="body" idx="1"/>
          </p:nvPr>
        </p:nvSpPr>
        <p:spPr>
          <a:xfrm>
            <a:off x="276840" y="914039"/>
            <a:ext cx="9685440" cy="4446360"/>
          </a:xfrm>
          <a:prstGeom prst="rect">
            <a:avLst/>
          </a:prstGeom>
          <a:noFill/>
          <a:ln>
            <a:noFill/>
          </a:ln>
        </p:spPr>
        <p:txBody>
          <a:bodyPr vert="horz" lIns="0" tIns="0" rIns="0" bIns="0">
            <a:normAutofit/>
          </a:bodyPr>
          <a:lstStyle/>
          <a:p>
            <a:pPr lvl="0"/>
            <a:r>
              <a:rPr lang="en-US"/>
              <a:t>Click to edit the outline text format</a:t>
            </a:r>
          </a:p>
          <a:p>
            <a:pPr lvl="1"/>
            <a:r>
              <a:rPr lang="en-US"/>
              <a:t>Second Outline Level</a:t>
            </a:r>
          </a:p>
          <a:p>
            <a:pPr lvl="2"/>
            <a:r>
              <a:rPr lang="en-US"/>
              <a:t>Third Outline Level</a:t>
            </a:r>
          </a:p>
          <a:p>
            <a:pPr lvl="3"/>
            <a:r>
              <a:rPr lang="en-US"/>
              <a:t>Fourth Outline Level</a:t>
            </a:r>
          </a:p>
          <a:p>
            <a:pPr lvl="4"/>
            <a:r>
              <a:rPr lang="en-US"/>
              <a:t>Fifth Outline Level</a:t>
            </a:r>
          </a:p>
          <a:p>
            <a:pPr lvl="5"/>
            <a:r>
              <a:rPr lang="en-US"/>
              <a:t>Sixth Outline Level</a:t>
            </a:r>
          </a:p>
          <a:p>
            <a:pPr lvl="6"/>
            <a:r>
              <a:rPr lang="en-US"/>
              <a:t>Seventh Outline Level</a:t>
            </a:r>
          </a:p>
        </p:txBody>
      </p:sp>
      <p:sp>
        <p:nvSpPr>
          <p:cNvPr id="4" name="Date Placeholder 3">
            <a:extLst>
              <a:ext uri="{FF2B5EF4-FFF2-40B4-BE49-F238E27FC236}">
                <a16:creationId xmlns:a16="http://schemas.microsoft.com/office/drawing/2014/main" id="{B5414780-CE86-8E80-3497-8B2BFF7CA080}"/>
              </a:ext>
            </a:extLst>
          </p:cNvPr>
          <p:cNvSpPr txBox="1">
            <a:spLocks noGrp="1"/>
          </p:cNvSpPr>
          <p:nvPr>
            <p:ph type="dt" sz="half" idx="2"/>
          </p:nvPr>
        </p:nvSpPr>
        <p:spPr>
          <a:xfrm>
            <a:off x="287640" y="5164560"/>
            <a:ext cx="2347560" cy="390600"/>
          </a:xfrm>
          <a:prstGeom prst="rect">
            <a:avLst/>
          </a:prstGeom>
          <a:noFill/>
          <a:ln>
            <a:noFill/>
          </a:ln>
        </p:spPr>
        <p:txBody>
          <a:bodyPr vert="horz" lIns="0" tIns="0" rIns="0" bIns="0" anchorCtr="0">
            <a:noAutofit/>
          </a:bodyPr>
          <a:lstStyle>
            <a:lvl1pPr lvl="0" rtl="0" hangingPunct="0">
              <a:buNone/>
              <a:tabLst/>
              <a:defRPr lang="en-US" sz="1400" kern="1200">
                <a:latin typeface="Liberation Serif" pitchFamily="18"/>
                <a:ea typeface="Segoe UI" pitchFamily="2"/>
                <a:cs typeface="Tahoma" pitchFamily="2"/>
              </a:defRPr>
            </a:lvl1pPr>
          </a:lstStyle>
          <a:p>
            <a:pPr lvl="0"/>
            <a:endParaRPr lang="en-US"/>
          </a:p>
        </p:txBody>
      </p:sp>
      <p:sp>
        <p:nvSpPr>
          <p:cNvPr id="5" name="Footer Placeholder 4">
            <a:extLst>
              <a:ext uri="{FF2B5EF4-FFF2-40B4-BE49-F238E27FC236}">
                <a16:creationId xmlns:a16="http://schemas.microsoft.com/office/drawing/2014/main" id="{5243EEF3-DA6B-8FAA-A4D5-D6F4A6C8B9A3}"/>
              </a:ext>
            </a:extLst>
          </p:cNvPr>
          <p:cNvSpPr txBox="1">
            <a:spLocks noGrp="1"/>
          </p:cNvSpPr>
          <p:nvPr>
            <p:ph type="ftr" sz="quarter" idx="3"/>
          </p:nvPr>
        </p:nvSpPr>
        <p:spPr>
          <a:xfrm>
            <a:off x="3445920" y="5164560"/>
            <a:ext cx="3193920" cy="390600"/>
          </a:xfrm>
          <a:prstGeom prst="rect">
            <a:avLst/>
          </a:prstGeom>
          <a:noFill/>
          <a:ln>
            <a:noFill/>
          </a:ln>
        </p:spPr>
        <p:txBody>
          <a:bodyPr vert="horz" lIns="0" tIns="0" rIns="0" bIns="0" anchorCtr="0">
            <a:noAutofit/>
          </a:bodyPr>
          <a:lstStyle>
            <a:lvl1pPr lvl="0" algn="ctr" rtl="0" hangingPunct="0">
              <a:buNone/>
              <a:tabLst/>
              <a:defRPr lang="en-US" sz="1400" kern="1200">
                <a:latin typeface="Liberation Serif" pitchFamily="18"/>
                <a:ea typeface="Segoe UI" pitchFamily="2"/>
                <a:cs typeface="Tahoma" pitchFamily="2"/>
              </a:defRPr>
            </a:lvl1pPr>
          </a:lstStyle>
          <a:p>
            <a:pPr lvl="0"/>
            <a:endParaRPr lang="en-US"/>
          </a:p>
        </p:txBody>
      </p:sp>
      <p:sp>
        <p:nvSpPr>
          <p:cNvPr id="6" name="Slide Number Placeholder 5">
            <a:extLst>
              <a:ext uri="{FF2B5EF4-FFF2-40B4-BE49-F238E27FC236}">
                <a16:creationId xmlns:a16="http://schemas.microsoft.com/office/drawing/2014/main" id="{002D3D63-3670-C47A-8E9A-64F29DCF2DE0}"/>
              </a:ext>
            </a:extLst>
          </p:cNvPr>
          <p:cNvSpPr txBox="1">
            <a:spLocks noGrp="1"/>
          </p:cNvSpPr>
          <p:nvPr>
            <p:ph type="sldNum" sz="quarter" idx="4"/>
          </p:nvPr>
        </p:nvSpPr>
        <p:spPr>
          <a:xfrm>
            <a:off x="9018000" y="5344560"/>
            <a:ext cx="878039" cy="251280"/>
          </a:xfrm>
          <a:prstGeom prst="rect">
            <a:avLst/>
          </a:prstGeom>
          <a:noFill/>
          <a:ln>
            <a:noFill/>
          </a:ln>
        </p:spPr>
        <p:txBody>
          <a:bodyPr vert="horz" lIns="0" tIns="0" rIns="0" bIns="0" anchorCtr="0">
            <a:noAutofit/>
          </a:bodyPr>
          <a:lstStyle>
            <a:lvl1pPr lvl="0" algn="r" rtl="0" hangingPunct="0">
              <a:buNone/>
              <a:tabLst/>
              <a:defRPr lang="en-US" sz="1400" kern="1200">
                <a:latin typeface="Liberation Serif" pitchFamily="18"/>
                <a:ea typeface="Segoe UI" pitchFamily="2"/>
                <a:cs typeface="Tahoma" pitchFamily="2"/>
              </a:defRPr>
            </a:lvl1pPr>
          </a:lstStyle>
          <a:p>
            <a:pPr lvl="0"/>
            <a:fld id="{84BAEB28-9F3F-4095-83E3-4B04C64A2050}"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hangingPunct="0">
        <a:tabLst/>
        <a:defRPr lang="en-US" sz="2400" b="0" i="0" u="none" strike="noStrike" kern="1200" cap="none">
          <a:ln>
            <a:noFill/>
          </a:ln>
          <a:highlight>
            <a:scrgbClr r="0" g="0" b="0">
              <a:alpha val="0"/>
            </a:scrgbClr>
          </a:highlight>
          <a:latin typeface="Rubik" pitchFamily="2"/>
          <a:ea typeface="Microsoft YaHei" pitchFamily="2"/>
          <a:cs typeface="Arial" pitchFamily="2"/>
        </a:defRPr>
      </a:lvl1pPr>
    </p:titleStyle>
    <p:bodyStyle>
      <a:lvl1pPr marL="0" marR="0" lvl="0" indent="0" rtl="0" hangingPunct="0">
        <a:spcBef>
          <a:spcPts val="1701"/>
        </a:spcBef>
        <a:spcAft>
          <a:spcPts val="283"/>
        </a:spcAft>
        <a:buSzPct val="45000"/>
        <a:buFont typeface="StarSymbol"/>
        <a:buChar char="●"/>
        <a:tabLst/>
        <a:defRPr lang="en-US" sz="1800" b="0" i="0" u="none" strike="noStrike" kern="1200" cap="none">
          <a:ln>
            <a:noFill/>
          </a:ln>
          <a:highlight>
            <a:scrgbClr r="0" g="0" b="0">
              <a:alpha val="0"/>
            </a:scrgbClr>
          </a:highlight>
          <a:latin typeface="Rubik Light" pitchFamily="2"/>
          <a:ea typeface="Microsoft YaHei" pitchFamily="2"/>
          <a:cs typeface="Arial" pitchFamily="2"/>
        </a:defRPr>
      </a:lvl1pPr>
      <a:lvl2pPr marL="0" marR="0" lvl="1" indent="0" rtl="0" hangingPunct="0">
        <a:spcBef>
          <a:spcPts val="1417"/>
        </a:spcBef>
        <a:spcAft>
          <a:spcPts val="283"/>
        </a:spcAft>
        <a:buSzPct val="75000"/>
        <a:buFont typeface="StarSymbol"/>
        <a:buChar char="–"/>
        <a:tabLst/>
        <a:defRPr lang="en-US" sz="1800" b="0" i="0" u="none" strike="noStrike" kern="1200" cap="none">
          <a:ln>
            <a:noFill/>
          </a:ln>
          <a:highlight>
            <a:scrgbClr r="0" g="0" b="0">
              <a:alpha val="0"/>
            </a:scrgbClr>
          </a:highlight>
          <a:latin typeface="Rubik Light" pitchFamily="2"/>
          <a:ea typeface="Microsoft YaHei" pitchFamily="2"/>
          <a:cs typeface="Arial" pitchFamily="2"/>
        </a:defRPr>
      </a:lvl2pPr>
      <a:lvl3pPr marL="0" marR="0" lvl="2" indent="0" rtl="0" hangingPunct="0">
        <a:spcBef>
          <a:spcPts val="1134"/>
        </a:spcBef>
        <a:spcAft>
          <a:spcPts val="283"/>
        </a:spcAft>
        <a:buSzPct val="45000"/>
        <a:buFont typeface="StarSymbol"/>
        <a:buChar char="●"/>
        <a:tabLst/>
        <a:defRPr lang="en-US" sz="1800" b="0" i="0" u="none" strike="noStrike" kern="1200" cap="none">
          <a:ln>
            <a:noFill/>
          </a:ln>
          <a:highlight>
            <a:scrgbClr r="0" g="0" b="0">
              <a:alpha val="0"/>
            </a:scrgbClr>
          </a:highlight>
          <a:latin typeface="Rubik Light" pitchFamily="2"/>
          <a:ea typeface="Microsoft YaHei" pitchFamily="2"/>
          <a:cs typeface="Arial" pitchFamily="2"/>
        </a:defRPr>
      </a:lvl3pPr>
      <a:lvl4pPr marL="0" marR="0" lvl="3" indent="0" rtl="0" hangingPunct="0">
        <a:spcBef>
          <a:spcPts val="850"/>
        </a:spcBef>
        <a:spcAft>
          <a:spcPts val="283"/>
        </a:spcAft>
        <a:buSzPct val="75000"/>
        <a:buFont typeface="StarSymbol"/>
        <a:buChar char="–"/>
        <a:tabLst/>
        <a:defRPr lang="en-US" sz="1800" b="0" i="0" u="none" strike="noStrike" kern="1200" cap="none">
          <a:ln>
            <a:noFill/>
          </a:ln>
          <a:highlight>
            <a:scrgbClr r="0" g="0" b="0">
              <a:alpha val="0"/>
            </a:scrgbClr>
          </a:highlight>
          <a:latin typeface="Rubik Light" pitchFamily="2"/>
          <a:ea typeface="Microsoft YaHei" pitchFamily="2"/>
          <a:cs typeface="Arial" pitchFamily="2"/>
        </a:defRPr>
      </a:lvl4pPr>
      <a:lvl5pPr marL="0" marR="0" lvl="4" indent="0" rtl="0" hangingPunct="0">
        <a:spcBef>
          <a:spcPts val="567"/>
        </a:spcBef>
        <a:spcAft>
          <a:spcPts val="283"/>
        </a:spcAft>
        <a:buSzPct val="45000"/>
        <a:buFont typeface="StarSymbol"/>
        <a:buChar char="●"/>
        <a:tabLst/>
        <a:defRPr lang="en-US" sz="1800" b="0" i="0" u="none" strike="noStrike" kern="1200" cap="none">
          <a:ln>
            <a:noFill/>
          </a:ln>
          <a:highlight>
            <a:scrgbClr r="0" g="0" b="0">
              <a:alpha val="0"/>
            </a:scrgbClr>
          </a:highlight>
          <a:latin typeface="Rubik Light" pitchFamily="2"/>
          <a:ea typeface="Microsoft YaHei" pitchFamily="2"/>
          <a:cs typeface="Arial" pitchFamily="2"/>
        </a:defRPr>
      </a:lvl5pPr>
      <a:lvl6pPr marL="0" marR="0" lvl="5" indent="0" rtl="0" hangingPunct="0">
        <a:spcBef>
          <a:spcPts val="567"/>
        </a:spcBef>
        <a:spcAft>
          <a:spcPts val="283"/>
        </a:spcAft>
        <a:buSzPct val="45000"/>
        <a:buFont typeface="StarSymbol"/>
        <a:buChar char="●"/>
        <a:tabLst/>
        <a:defRPr lang="en-US" sz="1800" b="0" i="0" u="none" strike="noStrike" kern="1200" cap="none">
          <a:ln>
            <a:noFill/>
          </a:ln>
          <a:highlight>
            <a:scrgbClr r="0" g="0" b="0">
              <a:alpha val="0"/>
            </a:scrgbClr>
          </a:highlight>
          <a:latin typeface="Rubik Light" pitchFamily="2"/>
          <a:ea typeface="Microsoft YaHei" pitchFamily="2"/>
          <a:cs typeface="Arial" pitchFamily="2"/>
        </a:defRPr>
      </a:lvl6pPr>
      <a:lvl7pPr marL="0" marR="0" lvl="6" indent="0" rtl="0" hangingPunct="0">
        <a:spcBef>
          <a:spcPts val="567"/>
        </a:spcBef>
        <a:spcAft>
          <a:spcPts val="283"/>
        </a:spcAft>
        <a:buSzPct val="45000"/>
        <a:buFont typeface="StarSymbol"/>
        <a:buChar char="●"/>
        <a:tabLst/>
        <a:defRPr lang="en-US" sz="1600" b="0" i="0" u="none" strike="noStrike" kern="1200" cap="none">
          <a:ln>
            <a:noFill/>
          </a:ln>
          <a:highlight>
            <a:scrgbClr r="0" g="0" b="0">
              <a:alpha val="0"/>
            </a:scrgbClr>
          </a:highlight>
          <a:latin typeface="Rubik Light" pitchFamily="2"/>
          <a:ea typeface="Microsoft YaHei" pitchFamily="2"/>
          <a:cs typeface="Arial"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1573F0F-EBE4-A27B-BA9C-A043EBDB5DB9}"/>
              </a:ext>
            </a:extLst>
          </p:cNvPr>
          <p:cNvSpPr txBox="1">
            <a:spLocks noGrp="1"/>
          </p:cNvSpPr>
          <p:nvPr>
            <p:ph type="subTitle" idx="4294967295"/>
          </p:nvPr>
        </p:nvSpPr>
        <p:spPr>
          <a:xfrm>
            <a:off x="183240" y="5168160"/>
            <a:ext cx="9141120" cy="457200"/>
          </a:xfrm>
        </p:spPr>
        <p:txBody>
          <a:bodyPr anchor="ctr"/>
          <a:lstStyle/>
          <a:p>
            <a:pPr lvl="0" algn="l">
              <a:buNone/>
            </a:pPr>
            <a:r>
              <a:rPr lang="en-US" sz="2000" dirty="0">
                <a:latin typeface="Rubik" pitchFamily="18"/>
              </a:rPr>
              <a:t>01/02/2026</a:t>
            </a:r>
          </a:p>
        </p:txBody>
      </p:sp>
      <p:sp>
        <p:nvSpPr>
          <p:cNvPr id="3" name="TextBox 2">
            <a:extLst>
              <a:ext uri="{FF2B5EF4-FFF2-40B4-BE49-F238E27FC236}">
                <a16:creationId xmlns:a16="http://schemas.microsoft.com/office/drawing/2014/main" id="{515434F0-CA49-D73D-7253-EA3DD661FDF9}"/>
              </a:ext>
            </a:extLst>
          </p:cNvPr>
          <p:cNvSpPr txBox="1"/>
          <p:nvPr/>
        </p:nvSpPr>
        <p:spPr>
          <a:xfrm>
            <a:off x="111240" y="4668480"/>
            <a:ext cx="7998480" cy="491400"/>
          </a:xfrm>
          <a:prstGeom prst="rect">
            <a:avLst/>
          </a:prstGeom>
          <a:noFill/>
          <a:ln>
            <a:noFill/>
          </a:ln>
        </p:spPr>
        <p:txBody>
          <a:bodyPr vert="horz" wrap="none" lIns="90000" tIns="45000" rIns="90000" bIns="45000" anchorCtr="0" compatLnSpc="0">
            <a:spAutoFit/>
          </a:bodyPr>
          <a:lstStyle/>
          <a:p>
            <a:pPr marL="0" marR="0" lvl="0" indent="0" algn="l" rtl="0" hangingPunct="0">
              <a:lnSpc>
                <a:spcPct val="100000"/>
              </a:lnSpc>
              <a:spcBef>
                <a:spcPts val="0"/>
              </a:spcBef>
              <a:spcAft>
                <a:spcPts val="0"/>
              </a:spcAft>
              <a:buNone/>
              <a:tabLst/>
            </a:pPr>
            <a:r>
              <a:rPr lang="en-US" sz="2200" b="0" i="0" u="none" strike="noStrike" kern="1200" cap="none">
                <a:ln>
                  <a:noFill/>
                </a:ln>
                <a:latin typeface="Rubik" pitchFamily="18"/>
                <a:ea typeface="Microsoft YaHei" pitchFamily="2"/>
                <a:cs typeface="Arial" pitchFamily="2"/>
              </a:rPr>
              <a:t>Ivan Milić (AOB / MATF)</a:t>
            </a:r>
          </a:p>
        </p:txBody>
      </p:sp>
      <p:sp>
        <p:nvSpPr>
          <p:cNvPr id="4" name="TextBox 3">
            <a:extLst>
              <a:ext uri="{FF2B5EF4-FFF2-40B4-BE49-F238E27FC236}">
                <a16:creationId xmlns:a16="http://schemas.microsoft.com/office/drawing/2014/main" id="{1B23E413-D50C-8F02-787F-5AB8A7AF99AE}"/>
              </a:ext>
            </a:extLst>
          </p:cNvPr>
          <p:cNvSpPr txBox="1"/>
          <p:nvPr/>
        </p:nvSpPr>
        <p:spPr>
          <a:xfrm>
            <a:off x="183240" y="3555000"/>
            <a:ext cx="9538560" cy="1107000"/>
          </a:xfrm>
          <a:prstGeom prst="rect">
            <a:avLst/>
          </a:prstGeom>
          <a:noFill/>
          <a:ln>
            <a:noFill/>
          </a:ln>
        </p:spPr>
        <p:txBody>
          <a:bodyPr vert="horz" lIns="0" tIns="0" rIns="0" bIns="0" anchor="ctr"/>
          <a:lstStyle/>
          <a:p>
            <a:pPr marL="0" marR="0" lvl="0" indent="0" algn="l" rtl="0" hangingPunct="0">
              <a:buNone/>
              <a:tabLst/>
            </a:pPr>
            <a:r>
              <a:rPr lang="en-US" sz="3200" b="0" i="0" u="none" strike="noStrike" kern="1200" cap="none" dirty="0" err="1">
                <a:ln>
                  <a:noFill/>
                </a:ln>
                <a:highlight>
                  <a:scrgbClr r="0" g="0" b="0">
                    <a:alpha val="0"/>
                  </a:scrgbClr>
                </a:highlight>
                <a:latin typeface="Rubik" pitchFamily="18"/>
                <a:ea typeface="Microsoft YaHei" pitchFamily="2"/>
                <a:cs typeface="Arial" pitchFamily="2"/>
              </a:rPr>
              <a:t>Teorija</a:t>
            </a:r>
            <a:r>
              <a:rPr lang="en-US" sz="3200" b="0" i="0" u="none" strike="noStrike" kern="1200" cap="none" dirty="0">
                <a:ln>
                  <a:noFill/>
                </a:ln>
                <a:highlight>
                  <a:scrgbClr r="0" g="0" b="0">
                    <a:alpha val="0"/>
                  </a:scrgbClr>
                </a:highlight>
                <a:latin typeface="Rubik" pitchFamily="18"/>
                <a:ea typeface="Microsoft YaHei" pitchFamily="2"/>
                <a:cs typeface="Arial" pitchFamily="2"/>
              </a:rPr>
              <a:t> </a:t>
            </a:r>
            <a:r>
              <a:rPr lang="en-US" sz="3200" b="0" i="0" u="none" strike="noStrike" kern="1200" cap="none" dirty="0" err="1">
                <a:ln>
                  <a:noFill/>
                </a:ln>
                <a:highlight>
                  <a:scrgbClr r="0" g="0" b="0">
                    <a:alpha val="0"/>
                  </a:scrgbClr>
                </a:highlight>
                <a:latin typeface="Rubik" pitchFamily="18"/>
                <a:ea typeface="Microsoft YaHei" pitchFamily="2"/>
                <a:cs typeface="Arial" pitchFamily="2"/>
              </a:rPr>
              <a:t>Zvezdanih</a:t>
            </a:r>
            <a:r>
              <a:rPr lang="en-US" sz="3200" b="0" i="0" u="none" strike="noStrike" kern="1200" cap="none" dirty="0">
                <a:ln>
                  <a:noFill/>
                </a:ln>
                <a:highlight>
                  <a:scrgbClr r="0" g="0" b="0">
                    <a:alpha val="0"/>
                  </a:scrgbClr>
                </a:highlight>
                <a:latin typeface="Rubik" pitchFamily="18"/>
                <a:ea typeface="Microsoft YaHei" pitchFamily="2"/>
                <a:cs typeface="Arial" pitchFamily="2"/>
              </a:rPr>
              <a:t> </a:t>
            </a:r>
            <a:r>
              <a:rPr lang="en-US" sz="3200" b="0" i="0" u="none" strike="noStrike" kern="1200" cap="none" dirty="0" err="1">
                <a:ln>
                  <a:noFill/>
                </a:ln>
                <a:highlight>
                  <a:scrgbClr r="0" g="0" b="0">
                    <a:alpha val="0"/>
                  </a:scrgbClr>
                </a:highlight>
                <a:latin typeface="Rubik" pitchFamily="18"/>
                <a:ea typeface="Microsoft YaHei" pitchFamily="2"/>
                <a:cs typeface="Arial" pitchFamily="2"/>
              </a:rPr>
              <a:t>Spektara</a:t>
            </a:r>
            <a:endParaRPr lang="en-US" sz="3200" b="0" i="0" u="none" strike="noStrike" kern="1200" cap="none" dirty="0">
              <a:ln>
                <a:noFill/>
              </a:ln>
              <a:highlight>
                <a:scrgbClr r="0" g="0" b="0">
                  <a:alpha val="0"/>
                </a:scrgbClr>
              </a:highlight>
              <a:latin typeface="Rubik" pitchFamily="18"/>
              <a:ea typeface="Microsoft YaHei" pitchFamily="2"/>
              <a:cs typeface="Arial" pitchFamily="2"/>
            </a:endParaRPr>
          </a:p>
          <a:p>
            <a:pPr marL="0" marR="0" lvl="0" indent="0" algn="l" rtl="0" hangingPunct="0">
              <a:buNone/>
              <a:tabLst/>
            </a:pPr>
            <a:r>
              <a:rPr lang="en-US" sz="3200" b="0" i="0" u="none" strike="noStrike" kern="1200" cap="none" dirty="0" err="1">
                <a:ln>
                  <a:noFill/>
                </a:ln>
                <a:highlight>
                  <a:scrgbClr r="0" g="0" b="0">
                    <a:alpha val="0"/>
                  </a:scrgbClr>
                </a:highlight>
                <a:latin typeface="Rubik" pitchFamily="18"/>
                <a:ea typeface="Microsoft YaHei" pitchFamily="2"/>
                <a:cs typeface="Arial" pitchFamily="2"/>
              </a:rPr>
              <a:t>Lekcija</a:t>
            </a:r>
            <a:r>
              <a:rPr lang="en-US" sz="3200" b="0" i="0" u="none" strike="noStrike" kern="1200" cap="none" dirty="0">
                <a:ln>
                  <a:noFill/>
                </a:ln>
                <a:highlight>
                  <a:scrgbClr r="0" g="0" b="0">
                    <a:alpha val="0"/>
                  </a:scrgbClr>
                </a:highlight>
                <a:latin typeface="Rubik" pitchFamily="18"/>
                <a:ea typeface="Microsoft YaHei" pitchFamily="2"/>
                <a:cs typeface="Arial" pitchFamily="2"/>
              </a:rPr>
              <a:t> 10: </a:t>
            </a:r>
            <a:r>
              <a:rPr lang="en-US" sz="3200" b="0" i="0" u="none" strike="noStrike" kern="1200" cap="none" dirty="0" err="1">
                <a:ln>
                  <a:noFill/>
                </a:ln>
                <a:highlight>
                  <a:scrgbClr r="0" g="0" b="0">
                    <a:alpha val="0"/>
                  </a:scrgbClr>
                </a:highlight>
                <a:latin typeface="Rubik" pitchFamily="18"/>
                <a:ea typeface="Microsoft YaHei" pitchFamily="2"/>
                <a:cs typeface="Arial" pitchFamily="2"/>
              </a:rPr>
              <a:t>Rasejanje</a:t>
            </a:r>
            <a:r>
              <a:rPr lang="en-US" sz="3200" b="0" i="0" u="none" strike="noStrike" kern="1200" cap="none" dirty="0">
                <a:ln>
                  <a:noFill/>
                </a:ln>
                <a:highlight>
                  <a:scrgbClr r="0" g="0" b="0">
                    <a:alpha val="0"/>
                  </a:scrgbClr>
                </a:highlight>
                <a:latin typeface="Rubik" pitchFamily="18"/>
                <a:ea typeface="Microsoft YaHei" pitchFamily="2"/>
                <a:cs typeface="Arial" pitchFamily="2"/>
              </a:rPr>
              <a:t> u </a:t>
            </a:r>
            <a:r>
              <a:rPr lang="en-US" sz="3200" b="0" i="0" u="none" strike="noStrike" kern="1200" cap="none" dirty="0" err="1">
                <a:ln>
                  <a:noFill/>
                </a:ln>
                <a:highlight>
                  <a:scrgbClr r="0" g="0" b="0">
                    <a:alpha val="0"/>
                  </a:scrgbClr>
                </a:highlight>
                <a:latin typeface="Rubik" pitchFamily="18"/>
                <a:ea typeface="Microsoft YaHei" pitchFamily="2"/>
                <a:cs typeface="Arial" pitchFamily="2"/>
              </a:rPr>
              <a:t>spektralnim</a:t>
            </a:r>
            <a:r>
              <a:rPr lang="en-US" sz="3200" b="0" i="0" u="none" strike="noStrike" kern="1200" cap="none" dirty="0">
                <a:ln>
                  <a:noFill/>
                </a:ln>
                <a:highlight>
                  <a:scrgbClr r="0" g="0" b="0">
                    <a:alpha val="0"/>
                  </a:scrgbClr>
                </a:highlight>
                <a:latin typeface="Rubik" pitchFamily="18"/>
                <a:ea typeface="Microsoft YaHei" pitchFamily="2"/>
                <a:cs typeface="Arial" pitchFamily="2"/>
              </a:rPr>
              <a:t> </a:t>
            </a:r>
            <a:r>
              <a:rPr lang="en-US" sz="3200" b="0" i="0" u="none" strike="noStrike" kern="1200" cap="none" dirty="0" err="1">
                <a:ln>
                  <a:noFill/>
                </a:ln>
                <a:highlight>
                  <a:scrgbClr r="0" g="0" b="0">
                    <a:alpha val="0"/>
                  </a:scrgbClr>
                </a:highlight>
                <a:latin typeface="Rubik" pitchFamily="18"/>
                <a:ea typeface="Microsoft YaHei" pitchFamily="2"/>
                <a:cs typeface="Arial" pitchFamily="2"/>
              </a:rPr>
              <a:t>linijama</a:t>
            </a:r>
            <a:endParaRPr lang="en-US" sz="3200" b="0" i="0" u="none" strike="noStrike" kern="1200" cap="none" dirty="0">
              <a:ln>
                <a:noFill/>
              </a:ln>
              <a:highlight>
                <a:scrgbClr r="0" g="0" b="0">
                  <a:alpha val="0"/>
                </a:scrgbClr>
              </a:highlight>
              <a:latin typeface="Rubik" pitchFamily="18"/>
              <a:ea typeface="Microsoft YaHei" pitchFamily="2"/>
              <a:cs typeface="Arial" pitchFamily="2"/>
            </a:endParaRPr>
          </a:p>
        </p:txBody>
      </p:sp>
      <p:pic>
        <p:nvPicPr>
          <p:cNvPr id="5" name="">
            <a:extLst>
              <a:ext uri="{FF2B5EF4-FFF2-40B4-BE49-F238E27FC236}">
                <a16:creationId xmlns:a16="http://schemas.microsoft.com/office/drawing/2014/main" id="{BA6778B3-40B1-A940-6823-A827CB4FCB22}"/>
              </a:ext>
            </a:extLst>
          </p:cNvPr>
          <p:cNvPicPr>
            <a:picLocks noChangeAspect="1"/>
          </p:cNvPicPr>
          <p:nvPr/>
        </p:nvPicPr>
        <p:blipFill>
          <a:blip r:embed="rId3">
            <a:lum/>
            <a:alphaModFix/>
          </a:blip>
          <a:srcRect/>
          <a:stretch>
            <a:fillRect/>
          </a:stretch>
        </p:blipFill>
        <p:spPr>
          <a:xfrm>
            <a:off x="7895880" y="2057400"/>
            <a:ext cx="1600200" cy="1565280"/>
          </a:xfrm>
          <a:prstGeom prst="rect">
            <a:avLst/>
          </a:prstGeom>
          <a:noFill/>
          <a:ln>
            <a:noFill/>
          </a:ln>
        </p:spPr>
      </p:pic>
      <p:pic>
        <p:nvPicPr>
          <p:cNvPr id="6" name="">
            <a:extLst>
              <a:ext uri="{FF2B5EF4-FFF2-40B4-BE49-F238E27FC236}">
                <a16:creationId xmlns:a16="http://schemas.microsoft.com/office/drawing/2014/main" id="{4596D42E-C624-8A8D-C9D6-20AD511F6A00}"/>
              </a:ext>
            </a:extLst>
          </p:cNvPr>
          <p:cNvPicPr>
            <a:picLocks noChangeAspect="1"/>
          </p:cNvPicPr>
          <p:nvPr/>
        </p:nvPicPr>
        <p:blipFill>
          <a:blip r:embed="rId4">
            <a:lum/>
            <a:alphaModFix/>
          </a:blip>
          <a:srcRect/>
          <a:stretch>
            <a:fillRect/>
          </a:stretch>
        </p:blipFill>
        <p:spPr>
          <a:xfrm>
            <a:off x="7543799" y="157680"/>
            <a:ext cx="2304360" cy="1728360"/>
          </a:xfrm>
          <a:prstGeom prst="rect">
            <a:avLst/>
          </a:prstGeom>
          <a:noFill/>
          <a:ln>
            <a:noFill/>
          </a:ln>
        </p:spPr>
      </p:pic>
      <p:pic>
        <p:nvPicPr>
          <p:cNvPr id="7" name="">
            <a:extLst>
              <a:ext uri="{FF2B5EF4-FFF2-40B4-BE49-F238E27FC236}">
                <a16:creationId xmlns:a16="http://schemas.microsoft.com/office/drawing/2014/main" id="{7F120BA1-1C4B-00BB-CFA5-97A97B7410C0}"/>
              </a:ext>
            </a:extLst>
          </p:cNvPr>
          <p:cNvPicPr>
            <a:picLocks noChangeAspect="1"/>
          </p:cNvPicPr>
          <p:nvPr/>
        </p:nvPicPr>
        <p:blipFill>
          <a:blip r:embed="rId5">
            <a:lum/>
            <a:alphaModFix/>
          </a:blip>
          <a:srcRect/>
          <a:stretch>
            <a:fillRect/>
          </a:stretch>
        </p:blipFill>
        <p:spPr>
          <a:xfrm>
            <a:off x="1143000" y="162000"/>
            <a:ext cx="5257800" cy="315287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2E6CB-7E15-9F99-F29A-416FFB53BA76}"/>
              </a:ext>
            </a:extLst>
          </p:cNvPr>
          <p:cNvSpPr txBox="1">
            <a:spLocks noGrp="1"/>
          </p:cNvSpPr>
          <p:nvPr>
            <p:ph type="title" idx="4294967295"/>
          </p:nvPr>
        </p:nvSpPr>
        <p:spPr/>
        <p:txBody>
          <a:bodyPr vert="horz"/>
          <a:lstStyle/>
          <a:p>
            <a:pPr lvl="0"/>
            <a:r>
              <a:rPr lang="en-US"/>
              <a:t>Setimo se Eddinton-Barbije relacije</a:t>
            </a:r>
          </a:p>
        </p:txBody>
      </p:sp>
      <p:sp>
        <p:nvSpPr>
          <p:cNvPr id="3" name="Text Placeholder 2">
            <a:extLst>
              <a:ext uri="{FF2B5EF4-FFF2-40B4-BE49-F238E27FC236}">
                <a16:creationId xmlns:a16="http://schemas.microsoft.com/office/drawing/2014/main" id="{8B819E6B-BF18-FDB8-0FBF-7C7C084B6242}"/>
              </a:ext>
            </a:extLst>
          </p:cNvPr>
          <p:cNvSpPr txBox="1">
            <a:spLocks noGrp="1"/>
          </p:cNvSpPr>
          <p:nvPr>
            <p:ph type="body" idx="4294967295"/>
          </p:nvPr>
        </p:nvSpPr>
        <p:spPr/>
        <p:txBody>
          <a:bodyPr/>
          <a:lstStyle/>
          <a:p>
            <a:pPr lvl="0">
              <a:spcBef>
                <a:spcPts val="0"/>
              </a:spcBef>
              <a:spcAft>
                <a:spcPts val="1582"/>
              </a:spcAft>
              <a:buNone/>
            </a:pPr>
            <a:endParaRPr lang="en-US"/>
          </a:p>
          <a:p>
            <a:pPr lvl="0">
              <a:spcBef>
                <a:spcPts val="0"/>
              </a:spcBef>
              <a:spcAft>
                <a:spcPts val="1582"/>
              </a:spcAft>
            </a:pPr>
            <a:r>
              <a:rPr lang="en-US"/>
              <a:t>To znači da frekvencije/talasne dužine na kojima je atmosfera neprozračnije “bivaju formirane” u višim slojevima.</a:t>
            </a:r>
          </a:p>
          <a:p>
            <a:pPr lvl="0">
              <a:spcBef>
                <a:spcPts val="0"/>
              </a:spcBef>
              <a:spcAft>
                <a:spcPts val="1582"/>
              </a:spcAft>
            </a:pPr>
            <a:r>
              <a:rPr lang="en-US"/>
              <a:t>U liniji to izgleda ovako:</a:t>
            </a:r>
          </a:p>
        </p:txBody>
      </p:sp>
      <p:pic>
        <p:nvPicPr>
          <p:cNvPr id="4" name="">
            <a:extLst>
              <a:ext uri="{FF2B5EF4-FFF2-40B4-BE49-F238E27FC236}">
                <a16:creationId xmlns:a16="http://schemas.microsoft.com/office/drawing/2014/main" id="{34EFDF35-DE18-C77D-CCD4-D7F2A37A62F9}"/>
              </a:ext>
            </a:extLst>
          </p:cNvPr>
          <p:cNvPicPr>
            <a:picLocks noChangeAspect="1"/>
          </p:cNvPicPr>
          <p:nvPr/>
        </p:nvPicPr>
        <p:blipFill>
          <a:blip r:embed="rId3">
            <a:lum/>
            <a:alphaModFix/>
          </a:blip>
          <a:srcRect/>
          <a:stretch>
            <a:fillRect/>
          </a:stretch>
        </p:blipFill>
        <p:spPr>
          <a:xfrm>
            <a:off x="360" y="2143080"/>
            <a:ext cx="10076400" cy="3343319"/>
          </a:xfrm>
          <a:prstGeom prst="rect">
            <a:avLst/>
          </a:prstGeom>
          <a:noFill/>
          <a:ln>
            <a:noFill/>
          </a:ln>
        </p:spPr>
      </p:pic>
      <p:pic>
        <p:nvPicPr>
          <p:cNvPr id="5" name="">
            <a:extLst>
              <a:ext uri="{FF2B5EF4-FFF2-40B4-BE49-F238E27FC236}">
                <a16:creationId xmlns:a16="http://schemas.microsoft.com/office/drawing/2014/main" id="{4CF8A386-087A-9ED0-6A38-EAD6987DC27C}"/>
              </a:ext>
            </a:extLst>
          </p:cNvPr>
          <p:cNvPicPr>
            <a:picLocks noChangeAspect="1"/>
          </p:cNvPicPr>
          <p:nvPr/>
        </p:nvPicPr>
        <p:blipFill>
          <a:blip r:embed="rId4">
            <a:lum/>
            <a:alphaModFix/>
          </a:blip>
          <a:srcRect/>
          <a:stretch>
            <a:fillRect/>
          </a:stretch>
        </p:blipFill>
        <p:spPr>
          <a:xfrm>
            <a:off x="3426479" y="685440"/>
            <a:ext cx="3223800" cy="49824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page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5D78A-FF14-C6F5-599B-C288F510390C}"/>
              </a:ext>
            </a:extLst>
          </p:cNvPr>
          <p:cNvSpPr txBox="1">
            <a:spLocks noGrp="1"/>
          </p:cNvSpPr>
          <p:nvPr>
            <p:ph type="title" idx="4294967295"/>
          </p:nvPr>
        </p:nvSpPr>
        <p:spPr>
          <a:xfrm>
            <a:off x="228600" y="0"/>
            <a:ext cx="4188959" cy="723240"/>
          </a:xfrm>
        </p:spPr>
        <p:txBody>
          <a:bodyPr vert="horz"/>
          <a:lstStyle/>
          <a:p>
            <a:pPr lvl="0"/>
            <a:r>
              <a:rPr lang="en-US"/>
              <a:t>Posledice i važnost spektralnih linija</a:t>
            </a:r>
          </a:p>
        </p:txBody>
      </p:sp>
      <p:sp>
        <p:nvSpPr>
          <p:cNvPr id="3" name="Text Placeholder 2">
            <a:extLst>
              <a:ext uri="{FF2B5EF4-FFF2-40B4-BE49-F238E27FC236}">
                <a16:creationId xmlns:a16="http://schemas.microsoft.com/office/drawing/2014/main" id="{9E39A7FE-0B50-0ADE-6855-EC728321F3AF}"/>
              </a:ext>
            </a:extLst>
          </p:cNvPr>
          <p:cNvSpPr txBox="1">
            <a:spLocks noGrp="1"/>
          </p:cNvSpPr>
          <p:nvPr>
            <p:ph type="body" idx="4294967295"/>
          </p:nvPr>
        </p:nvSpPr>
        <p:spPr>
          <a:xfrm>
            <a:off x="276840" y="914039"/>
            <a:ext cx="3380760" cy="4446360"/>
          </a:xfrm>
        </p:spPr>
        <p:txBody>
          <a:bodyPr/>
          <a:lstStyle/>
          <a:p>
            <a:pPr lvl="0">
              <a:spcBef>
                <a:spcPts val="0"/>
              </a:spcBef>
              <a:spcAft>
                <a:spcPts val="1582"/>
              </a:spcAft>
            </a:pPr>
            <a:r>
              <a:rPr lang="en-US"/>
              <a:t>Ovde vidimo tri slike istog istog dela Sunčeve atmosfere na talasnim dužinama koje odgovaraju kontinuumu i dvema spektralnim linijama.</a:t>
            </a:r>
          </a:p>
          <a:p>
            <a:pPr lvl="0">
              <a:spcBef>
                <a:spcPts val="0"/>
              </a:spcBef>
              <a:spcAft>
                <a:spcPts val="1582"/>
              </a:spcAft>
            </a:pPr>
            <a:r>
              <a:rPr lang="en-US"/>
              <a:t>U pitanju su čuvene:</a:t>
            </a:r>
          </a:p>
          <a:p>
            <a:pPr lvl="1">
              <a:spcBef>
                <a:spcPts val="0"/>
              </a:spcBef>
              <a:spcAft>
                <a:spcPts val="1582"/>
              </a:spcAft>
            </a:pPr>
            <a:r>
              <a:rPr lang="en-US"/>
              <a:t>Ca II 854.2 nm</a:t>
            </a:r>
          </a:p>
          <a:p>
            <a:pPr lvl="1">
              <a:spcBef>
                <a:spcPts val="0"/>
              </a:spcBef>
              <a:spcAft>
                <a:spcPts val="1582"/>
              </a:spcAft>
            </a:pPr>
            <a:r>
              <a:rPr lang="en-US"/>
              <a:t>H alpha (H I 656.3 nm)</a:t>
            </a:r>
          </a:p>
          <a:p>
            <a:pPr lvl="1">
              <a:spcBef>
                <a:spcPts val="0"/>
              </a:spcBef>
              <a:spcAft>
                <a:spcPts val="1582"/>
              </a:spcAft>
            </a:pPr>
            <a:r>
              <a:rPr lang="en-US"/>
              <a:t>Po čemu se ove dve linije sve mogu razlikovati?</a:t>
            </a:r>
            <a:br>
              <a:rPr lang="en-US"/>
            </a:br>
            <a:endParaRPr lang="en-US"/>
          </a:p>
        </p:txBody>
      </p:sp>
      <p:pic>
        <p:nvPicPr>
          <p:cNvPr id="4" name="">
            <a:extLst>
              <a:ext uri="{FF2B5EF4-FFF2-40B4-BE49-F238E27FC236}">
                <a16:creationId xmlns:a16="http://schemas.microsoft.com/office/drawing/2014/main" id="{B28F1FC4-5E7B-5C00-2DD4-102BDB197F6C}"/>
              </a:ext>
            </a:extLst>
          </p:cNvPr>
          <p:cNvPicPr>
            <a:picLocks noChangeAspect="1"/>
          </p:cNvPicPr>
          <p:nvPr/>
        </p:nvPicPr>
        <p:blipFill>
          <a:blip r:embed="rId3">
            <a:lum/>
            <a:alphaModFix/>
          </a:blip>
          <a:srcRect/>
          <a:stretch>
            <a:fillRect/>
          </a:stretch>
        </p:blipFill>
        <p:spPr>
          <a:xfrm>
            <a:off x="4417560" y="0"/>
            <a:ext cx="5627159" cy="566891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age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99FD8-3009-C033-D668-A0F39B1B8CB7}"/>
              </a:ext>
            </a:extLst>
          </p:cNvPr>
          <p:cNvSpPr txBox="1">
            <a:spLocks noGrp="1"/>
          </p:cNvSpPr>
          <p:nvPr>
            <p:ph type="title" idx="4294967295"/>
          </p:nvPr>
        </p:nvSpPr>
        <p:spPr>
          <a:xfrm>
            <a:off x="228600" y="0"/>
            <a:ext cx="4188959" cy="723240"/>
          </a:xfrm>
        </p:spPr>
        <p:txBody>
          <a:bodyPr vert="horz"/>
          <a:lstStyle/>
          <a:p>
            <a:pPr lvl="0"/>
            <a:r>
              <a:rPr lang="en-US"/>
              <a:t>Posledice i važnost spektralnih linija</a:t>
            </a:r>
          </a:p>
        </p:txBody>
      </p:sp>
      <p:sp>
        <p:nvSpPr>
          <p:cNvPr id="3" name="Text Placeholder 2">
            <a:extLst>
              <a:ext uri="{FF2B5EF4-FFF2-40B4-BE49-F238E27FC236}">
                <a16:creationId xmlns:a16="http://schemas.microsoft.com/office/drawing/2014/main" id="{DBD64A58-3AF0-D26D-38C8-38599B20936C}"/>
              </a:ext>
            </a:extLst>
          </p:cNvPr>
          <p:cNvSpPr txBox="1">
            <a:spLocks noGrp="1"/>
          </p:cNvSpPr>
          <p:nvPr>
            <p:ph type="body" idx="4294967295"/>
          </p:nvPr>
        </p:nvSpPr>
        <p:spPr>
          <a:xfrm>
            <a:off x="276840" y="914039"/>
            <a:ext cx="3380760" cy="4446360"/>
          </a:xfrm>
        </p:spPr>
        <p:txBody>
          <a:bodyPr/>
          <a:lstStyle/>
          <a:p>
            <a:pPr lvl="0">
              <a:spcBef>
                <a:spcPts val="0"/>
              </a:spcBef>
              <a:spcAft>
                <a:spcPts val="1582"/>
              </a:spcAft>
            </a:pPr>
            <a:r>
              <a:rPr lang="en-US"/>
              <a:t>Ovde vidimo tri slike istog istog dela Sunčeve atmosfere na talasnim dužinama koje odgovaraju kontinuumu i dvema spektralnim linijama.</a:t>
            </a:r>
          </a:p>
          <a:p>
            <a:pPr lvl="0">
              <a:spcBef>
                <a:spcPts val="0"/>
              </a:spcBef>
              <a:spcAft>
                <a:spcPts val="1582"/>
              </a:spcAft>
            </a:pPr>
            <a:r>
              <a:rPr lang="en-US"/>
              <a:t>U pitanju su čuvene:</a:t>
            </a:r>
          </a:p>
          <a:p>
            <a:pPr lvl="1">
              <a:spcBef>
                <a:spcPts val="0"/>
              </a:spcBef>
              <a:spcAft>
                <a:spcPts val="1582"/>
              </a:spcAft>
            </a:pPr>
            <a:r>
              <a:rPr lang="en-US"/>
              <a:t>Ca II 854.2 nm</a:t>
            </a:r>
          </a:p>
          <a:p>
            <a:pPr lvl="1">
              <a:spcBef>
                <a:spcPts val="0"/>
              </a:spcBef>
              <a:spcAft>
                <a:spcPts val="1582"/>
              </a:spcAft>
            </a:pPr>
            <a:r>
              <a:rPr lang="en-US"/>
              <a:t>H alpha (H I 656.3 nm)</a:t>
            </a:r>
          </a:p>
          <a:p>
            <a:pPr lvl="1">
              <a:spcBef>
                <a:spcPts val="0"/>
              </a:spcBef>
              <a:spcAft>
                <a:spcPts val="1582"/>
              </a:spcAft>
            </a:pPr>
            <a:r>
              <a:rPr lang="en-US"/>
              <a:t>Po čemu se ove dve linije sve mogu razlikovati?</a:t>
            </a:r>
            <a:br>
              <a:rPr lang="en-US"/>
            </a:br>
            <a:endParaRPr lang="en-US"/>
          </a:p>
        </p:txBody>
      </p:sp>
      <p:pic>
        <p:nvPicPr>
          <p:cNvPr id="4" name="">
            <a:extLst>
              <a:ext uri="{FF2B5EF4-FFF2-40B4-BE49-F238E27FC236}">
                <a16:creationId xmlns:a16="http://schemas.microsoft.com/office/drawing/2014/main" id="{FDB01A33-F4F3-A08E-E679-4B4D54E9A3BA}"/>
              </a:ext>
            </a:extLst>
          </p:cNvPr>
          <p:cNvPicPr>
            <a:picLocks noChangeAspect="1"/>
          </p:cNvPicPr>
          <p:nvPr/>
        </p:nvPicPr>
        <p:blipFill>
          <a:blip r:embed="rId3">
            <a:lum/>
            <a:alphaModFix/>
          </a:blip>
          <a:srcRect/>
          <a:stretch>
            <a:fillRect/>
          </a:stretch>
        </p:blipFill>
        <p:spPr>
          <a:xfrm>
            <a:off x="4449600" y="0"/>
            <a:ext cx="5627159" cy="566891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age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45C3E-EAE4-2FB8-EC22-1B6654224798}"/>
              </a:ext>
            </a:extLst>
          </p:cNvPr>
          <p:cNvSpPr txBox="1">
            <a:spLocks noGrp="1"/>
          </p:cNvSpPr>
          <p:nvPr>
            <p:ph type="title" idx="4294967295"/>
          </p:nvPr>
        </p:nvSpPr>
        <p:spPr>
          <a:xfrm>
            <a:off x="228600" y="0"/>
            <a:ext cx="4188959" cy="723240"/>
          </a:xfrm>
        </p:spPr>
        <p:txBody>
          <a:bodyPr vert="horz"/>
          <a:lstStyle/>
          <a:p>
            <a:pPr lvl="0"/>
            <a:r>
              <a:rPr lang="en-US"/>
              <a:t>Posledice i važnost spektralnih linija</a:t>
            </a:r>
          </a:p>
        </p:txBody>
      </p:sp>
      <p:sp>
        <p:nvSpPr>
          <p:cNvPr id="3" name="Text Placeholder 2">
            <a:extLst>
              <a:ext uri="{FF2B5EF4-FFF2-40B4-BE49-F238E27FC236}">
                <a16:creationId xmlns:a16="http://schemas.microsoft.com/office/drawing/2014/main" id="{BF3026A5-8345-2B80-5AF8-3C7698FBAE4B}"/>
              </a:ext>
            </a:extLst>
          </p:cNvPr>
          <p:cNvSpPr txBox="1">
            <a:spLocks noGrp="1"/>
          </p:cNvSpPr>
          <p:nvPr>
            <p:ph type="body" idx="4294967295"/>
          </p:nvPr>
        </p:nvSpPr>
        <p:spPr>
          <a:xfrm>
            <a:off x="276840" y="914039"/>
            <a:ext cx="3380760" cy="4446360"/>
          </a:xfrm>
        </p:spPr>
        <p:txBody>
          <a:bodyPr/>
          <a:lstStyle/>
          <a:p>
            <a:pPr lvl="0">
              <a:spcBef>
                <a:spcPts val="0"/>
              </a:spcBef>
              <a:spcAft>
                <a:spcPts val="1582"/>
              </a:spcAft>
            </a:pPr>
            <a:r>
              <a:rPr lang="en-US"/>
              <a:t>Ovde vidimo tri slike istog istog dela Sunčeve atmosfere na talasnim dužinama koje odgovaraju kontinuumu i dvema spektralnim linijama.</a:t>
            </a:r>
          </a:p>
          <a:p>
            <a:pPr lvl="0">
              <a:spcBef>
                <a:spcPts val="0"/>
              </a:spcBef>
              <a:spcAft>
                <a:spcPts val="1582"/>
              </a:spcAft>
            </a:pPr>
            <a:r>
              <a:rPr lang="en-US"/>
              <a:t>U pitanju su čuvene:</a:t>
            </a:r>
          </a:p>
          <a:p>
            <a:pPr lvl="1">
              <a:spcBef>
                <a:spcPts val="0"/>
              </a:spcBef>
              <a:spcAft>
                <a:spcPts val="1582"/>
              </a:spcAft>
            </a:pPr>
            <a:r>
              <a:rPr lang="en-US"/>
              <a:t>Ca II 854.2 nm</a:t>
            </a:r>
          </a:p>
          <a:p>
            <a:pPr lvl="1">
              <a:spcBef>
                <a:spcPts val="0"/>
              </a:spcBef>
              <a:spcAft>
                <a:spcPts val="1582"/>
              </a:spcAft>
            </a:pPr>
            <a:r>
              <a:rPr lang="en-US"/>
              <a:t>H alpha (H I 656.3 nm)</a:t>
            </a:r>
          </a:p>
          <a:p>
            <a:pPr lvl="1">
              <a:spcBef>
                <a:spcPts val="0"/>
              </a:spcBef>
              <a:spcAft>
                <a:spcPts val="1582"/>
              </a:spcAft>
            </a:pPr>
            <a:r>
              <a:rPr lang="en-US"/>
              <a:t>Po čemu se ove dve linije sve mogu razlikovati?</a:t>
            </a:r>
            <a:br>
              <a:rPr lang="en-US"/>
            </a:br>
            <a:endParaRPr lang="en-US"/>
          </a:p>
        </p:txBody>
      </p:sp>
      <p:pic>
        <p:nvPicPr>
          <p:cNvPr id="4" name="">
            <a:extLst>
              <a:ext uri="{FF2B5EF4-FFF2-40B4-BE49-F238E27FC236}">
                <a16:creationId xmlns:a16="http://schemas.microsoft.com/office/drawing/2014/main" id="{69E5D692-D338-DEE2-FBF6-269C4C2DF258}"/>
              </a:ext>
            </a:extLst>
          </p:cNvPr>
          <p:cNvPicPr>
            <a:picLocks noChangeAspect="1"/>
          </p:cNvPicPr>
          <p:nvPr/>
        </p:nvPicPr>
        <p:blipFill>
          <a:blip r:embed="rId3">
            <a:lum/>
            <a:alphaModFix/>
          </a:blip>
          <a:srcRect/>
          <a:stretch>
            <a:fillRect/>
          </a:stretch>
        </p:blipFill>
        <p:spPr>
          <a:xfrm>
            <a:off x="4449600" y="0"/>
            <a:ext cx="5627159" cy="566891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page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F5E5D-A007-A431-683B-CFE85D230A27}"/>
              </a:ext>
            </a:extLst>
          </p:cNvPr>
          <p:cNvSpPr txBox="1">
            <a:spLocks noGrp="1"/>
          </p:cNvSpPr>
          <p:nvPr>
            <p:ph type="title" idx="4294967295"/>
          </p:nvPr>
        </p:nvSpPr>
        <p:spPr/>
        <p:txBody>
          <a:bodyPr vert="horz">
            <a:spAutoFit/>
          </a:bodyPr>
          <a:lstStyle/>
          <a:p>
            <a:pPr lvl="0"/>
            <a:r>
              <a:rPr lang="en-US"/>
              <a:t>Računanje koeficijenta apsorpcije i emisije (!tabla)</a:t>
            </a:r>
          </a:p>
        </p:txBody>
      </p:sp>
      <p:sp>
        <p:nvSpPr>
          <p:cNvPr id="3" name="Text Placeholder 2">
            <a:extLst>
              <a:ext uri="{FF2B5EF4-FFF2-40B4-BE49-F238E27FC236}">
                <a16:creationId xmlns:a16="http://schemas.microsoft.com/office/drawing/2014/main" id="{87F5F7A4-5B2B-7961-B00B-2CA723223A1A}"/>
              </a:ext>
            </a:extLst>
          </p:cNvPr>
          <p:cNvSpPr txBox="1">
            <a:spLocks noGrp="1"/>
          </p:cNvSpPr>
          <p:nvPr>
            <p:ph type="body" idx="4294967295"/>
          </p:nvPr>
        </p:nvSpPr>
        <p:spPr/>
        <p:txBody>
          <a:bodyPr/>
          <a:lstStyle/>
          <a:p>
            <a:pPr marL="285750" indent="-285750">
              <a:spcBef>
                <a:spcPts val="0"/>
              </a:spcBef>
              <a:spcAft>
                <a:spcPts val="1582"/>
              </a:spcAft>
              <a:buSzPct val="60000"/>
            </a:pPr>
            <a:r>
              <a:rPr lang="en-US" dirty="0" err="1"/>
              <a:t>Koeficijenti</a:t>
            </a:r>
            <a:r>
              <a:rPr lang="en-US" dirty="0"/>
              <a:t> </a:t>
            </a:r>
            <a:r>
              <a:rPr lang="en-US" dirty="0" err="1"/>
              <a:t>emisije</a:t>
            </a:r>
            <a:r>
              <a:rPr lang="en-US" dirty="0"/>
              <a:t> </a:t>
            </a:r>
            <a:r>
              <a:rPr lang="en-US" dirty="0" err="1"/>
              <a:t>i</a:t>
            </a:r>
            <a:r>
              <a:rPr lang="en-US" dirty="0"/>
              <a:t> </a:t>
            </a:r>
            <a:r>
              <a:rPr lang="en-US" dirty="0" err="1"/>
              <a:t>apsorpcije</a:t>
            </a:r>
            <a:r>
              <a:rPr lang="en-US" dirty="0"/>
              <a:t> u </a:t>
            </a:r>
            <a:r>
              <a:rPr lang="en-US" dirty="0" err="1"/>
              <a:t>spektralnoj</a:t>
            </a:r>
            <a:r>
              <a:rPr lang="en-US" dirty="0"/>
              <a:t> </a:t>
            </a:r>
            <a:r>
              <a:rPr lang="en-US" dirty="0" err="1"/>
              <a:t>liniji</a:t>
            </a:r>
            <a:r>
              <a:rPr lang="en-US" dirty="0"/>
              <a:t> </a:t>
            </a:r>
            <a:r>
              <a:rPr lang="en-US" dirty="0" err="1"/>
              <a:t>izgledaju</a:t>
            </a:r>
            <a:r>
              <a:rPr lang="en-US" dirty="0"/>
              <a:t> </a:t>
            </a:r>
            <a:r>
              <a:rPr lang="en-US" dirty="0" err="1"/>
              <a:t>ovako</a:t>
            </a:r>
            <a:r>
              <a:rPr lang="en-US" dirty="0"/>
              <a:t>:</a:t>
            </a:r>
          </a:p>
        </p:txBody>
      </p:sp>
      <p:pic>
        <p:nvPicPr>
          <p:cNvPr id="4" name="">
            <a:extLst>
              <a:ext uri="{FF2B5EF4-FFF2-40B4-BE49-F238E27FC236}">
                <a16:creationId xmlns:a16="http://schemas.microsoft.com/office/drawing/2014/main" id="{6D099E9A-1FAB-6F96-CC00-C5223A58D37E}"/>
              </a:ext>
            </a:extLst>
          </p:cNvPr>
          <p:cNvPicPr>
            <a:picLocks noChangeAspect="1"/>
          </p:cNvPicPr>
          <p:nvPr/>
        </p:nvPicPr>
        <p:blipFill>
          <a:blip r:embed="rId3">
            <a:lum/>
            <a:alphaModFix/>
          </a:blip>
          <a:srcRect/>
          <a:stretch>
            <a:fillRect/>
          </a:stretch>
        </p:blipFill>
        <p:spPr>
          <a:xfrm>
            <a:off x="2771640" y="2175480"/>
            <a:ext cx="4533480" cy="1666439"/>
          </a:xfrm>
          <a:prstGeom prst="rect">
            <a:avLst/>
          </a:prstGeom>
          <a:noFill/>
          <a:ln>
            <a:noFill/>
          </a:ln>
        </p:spPr>
      </p:pic>
      <p:sp>
        <p:nvSpPr>
          <p:cNvPr id="5" name="TextBox 4">
            <a:extLst>
              <a:ext uri="{FF2B5EF4-FFF2-40B4-BE49-F238E27FC236}">
                <a16:creationId xmlns:a16="http://schemas.microsoft.com/office/drawing/2014/main" id="{1B8EAB35-9B93-0583-B4BF-F13DBEACD3A5}"/>
              </a:ext>
            </a:extLst>
          </p:cNvPr>
          <p:cNvSpPr txBox="1"/>
          <p:nvPr/>
        </p:nvSpPr>
        <p:spPr>
          <a:xfrm>
            <a:off x="3886200" y="4310280"/>
            <a:ext cx="1828800" cy="11617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Populacija donjeg nivoa</a:t>
            </a:r>
          </a:p>
        </p:txBody>
      </p:sp>
      <p:sp>
        <p:nvSpPr>
          <p:cNvPr id="6" name="TextBox 5">
            <a:extLst>
              <a:ext uri="{FF2B5EF4-FFF2-40B4-BE49-F238E27FC236}">
                <a16:creationId xmlns:a16="http://schemas.microsoft.com/office/drawing/2014/main" id="{D83AA863-11F6-59E0-86FC-167D662F983D}"/>
              </a:ext>
            </a:extLst>
          </p:cNvPr>
          <p:cNvSpPr txBox="1"/>
          <p:nvPr/>
        </p:nvSpPr>
        <p:spPr>
          <a:xfrm>
            <a:off x="276840" y="2038679"/>
            <a:ext cx="1828800" cy="11617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Populacija gornjeg nivoa</a:t>
            </a:r>
          </a:p>
        </p:txBody>
      </p:sp>
      <p:sp>
        <p:nvSpPr>
          <p:cNvPr id="7" name="TextBox 6">
            <a:extLst>
              <a:ext uri="{FF2B5EF4-FFF2-40B4-BE49-F238E27FC236}">
                <a16:creationId xmlns:a16="http://schemas.microsoft.com/office/drawing/2014/main" id="{F1892E0D-1451-0BE5-34A8-3E126436BC94}"/>
              </a:ext>
            </a:extLst>
          </p:cNvPr>
          <p:cNvSpPr txBox="1"/>
          <p:nvPr/>
        </p:nvSpPr>
        <p:spPr>
          <a:xfrm>
            <a:off x="276840" y="2039039"/>
            <a:ext cx="1780560" cy="70416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Populacija gornjeg nivoa</a:t>
            </a:r>
          </a:p>
        </p:txBody>
      </p:sp>
      <p:sp>
        <p:nvSpPr>
          <p:cNvPr id="8" name="TextBox 7">
            <a:extLst>
              <a:ext uri="{FF2B5EF4-FFF2-40B4-BE49-F238E27FC236}">
                <a16:creationId xmlns:a16="http://schemas.microsoft.com/office/drawing/2014/main" id="{AF99699A-B2BA-8556-6FBF-514AE8270F7E}"/>
              </a:ext>
            </a:extLst>
          </p:cNvPr>
          <p:cNvSpPr txBox="1"/>
          <p:nvPr/>
        </p:nvSpPr>
        <p:spPr>
          <a:xfrm>
            <a:off x="5943600" y="1594440"/>
            <a:ext cx="1780560" cy="70416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Einstein-ovi koeficijenti</a:t>
            </a:r>
          </a:p>
        </p:txBody>
      </p:sp>
      <p:sp>
        <p:nvSpPr>
          <p:cNvPr id="9" name="TextBox 8">
            <a:extLst>
              <a:ext uri="{FF2B5EF4-FFF2-40B4-BE49-F238E27FC236}">
                <a16:creationId xmlns:a16="http://schemas.microsoft.com/office/drawing/2014/main" id="{F0644A4F-FC88-9EFE-5DE0-CDB1B9E20E60}"/>
              </a:ext>
            </a:extLst>
          </p:cNvPr>
          <p:cNvSpPr txBox="1"/>
          <p:nvPr/>
        </p:nvSpPr>
        <p:spPr>
          <a:xfrm>
            <a:off x="7491600" y="2566440"/>
            <a:ext cx="1780560" cy="70416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Apsorpcioni profil</a:t>
            </a:r>
          </a:p>
        </p:txBody>
      </p:sp>
      <p:sp>
        <p:nvSpPr>
          <p:cNvPr id="10" name="Straight Connector 9">
            <a:extLst>
              <a:ext uri="{FF2B5EF4-FFF2-40B4-BE49-F238E27FC236}">
                <a16:creationId xmlns:a16="http://schemas.microsoft.com/office/drawing/2014/main" id="{54692362-53E2-9351-E295-7C49A5208AB8}"/>
              </a:ext>
            </a:extLst>
          </p:cNvPr>
          <p:cNvSpPr/>
          <p:nvPr/>
        </p:nvSpPr>
        <p:spPr>
          <a:xfrm>
            <a:off x="1600200" y="2286000"/>
            <a:ext cx="2057400" cy="22860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11" name="Straight Connector 10">
            <a:extLst>
              <a:ext uri="{FF2B5EF4-FFF2-40B4-BE49-F238E27FC236}">
                <a16:creationId xmlns:a16="http://schemas.microsoft.com/office/drawing/2014/main" id="{68F38E2E-F42C-3E6D-EBD8-4510E9BBA4A2}"/>
              </a:ext>
            </a:extLst>
          </p:cNvPr>
          <p:cNvSpPr/>
          <p:nvPr/>
        </p:nvSpPr>
        <p:spPr>
          <a:xfrm flipH="1" flipV="1">
            <a:off x="4114800" y="3886200"/>
            <a:ext cx="228600" cy="45720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12" name="Straight Connector 11">
            <a:extLst>
              <a:ext uri="{FF2B5EF4-FFF2-40B4-BE49-F238E27FC236}">
                <a16:creationId xmlns:a16="http://schemas.microsoft.com/office/drawing/2014/main" id="{B3FE5AF3-4D28-195E-563F-A85F11B6AC64}"/>
              </a:ext>
            </a:extLst>
          </p:cNvPr>
          <p:cNvSpPr/>
          <p:nvPr/>
        </p:nvSpPr>
        <p:spPr>
          <a:xfrm flipH="1">
            <a:off x="7305119" y="2971800"/>
            <a:ext cx="238680" cy="45720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13" name="Straight Connector 12">
            <a:extLst>
              <a:ext uri="{FF2B5EF4-FFF2-40B4-BE49-F238E27FC236}">
                <a16:creationId xmlns:a16="http://schemas.microsoft.com/office/drawing/2014/main" id="{13586D3D-E3F5-B39D-E726-AD13A032D616}"/>
              </a:ext>
            </a:extLst>
          </p:cNvPr>
          <p:cNvSpPr/>
          <p:nvPr/>
        </p:nvSpPr>
        <p:spPr>
          <a:xfrm flipH="1" flipV="1">
            <a:off x="5715000" y="2514600"/>
            <a:ext cx="1776600" cy="228599"/>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14" name="Straight Connector 13">
            <a:extLst>
              <a:ext uri="{FF2B5EF4-FFF2-40B4-BE49-F238E27FC236}">
                <a16:creationId xmlns:a16="http://schemas.microsoft.com/office/drawing/2014/main" id="{1B4BD28C-EB64-9615-D262-13394AF56BC3}"/>
              </a:ext>
            </a:extLst>
          </p:cNvPr>
          <p:cNvSpPr/>
          <p:nvPr/>
        </p:nvSpPr>
        <p:spPr>
          <a:xfrm flipH="1">
            <a:off x="5943600" y="2175480"/>
            <a:ext cx="457199" cy="125352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15" name="Straight Connector 14">
            <a:extLst>
              <a:ext uri="{FF2B5EF4-FFF2-40B4-BE49-F238E27FC236}">
                <a16:creationId xmlns:a16="http://schemas.microsoft.com/office/drawing/2014/main" id="{8276F098-3DE8-16C2-B131-3EA07D5C14EF}"/>
              </a:ext>
            </a:extLst>
          </p:cNvPr>
          <p:cNvSpPr/>
          <p:nvPr/>
        </p:nvSpPr>
        <p:spPr>
          <a:xfrm flipH="1">
            <a:off x="4572000" y="2175480"/>
            <a:ext cx="1600200" cy="125352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16" name="Straight Connector 15">
            <a:extLst>
              <a:ext uri="{FF2B5EF4-FFF2-40B4-BE49-F238E27FC236}">
                <a16:creationId xmlns:a16="http://schemas.microsoft.com/office/drawing/2014/main" id="{78D496EC-5B0D-6CF8-3072-AD4B7A49A107}"/>
              </a:ext>
            </a:extLst>
          </p:cNvPr>
          <p:cNvSpPr/>
          <p:nvPr/>
        </p:nvSpPr>
        <p:spPr>
          <a:xfrm flipH="1">
            <a:off x="4343400" y="1828800"/>
            <a:ext cx="1600200" cy="68580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page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706E4-B7D2-862B-E666-B57A5605A51D}"/>
              </a:ext>
            </a:extLst>
          </p:cNvPr>
          <p:cNvSpPr txBox="1">
            <a:spLocks noGrp="1"/>
          </p:cNvSpPr>
          <p:nvPr>
            <p:ph type="title" idx="4294967295"/>
          </p:nvPr>
        </p:nvSpPr>
        <p:spPr/>
        <p:txBody>
          <a:bodyPr vert="horz">
            <a:spAutoFit/>
          </a:bodyPr>
          <a:lstStyle/>
          <a:p>
            <a:pPr lvl="0"/>
            <a:r>
              <a:rPr lang="en-US"/>
              <a:t>Ukupan koeficijent apsorpcije</a:t>
            </a:r>
          </a:p>
        </p:txBody>
      </p:sp>
      <p:sp>
        <p:nvSpPr>
          <p:cNvPr id="3" name="Text Placeholder 2">
            <a:extLst>
              <a:ext uri="{FF2B5EF4-FFF2-40B4-BE49-F238E27FC236}">
                <a16:creationId xmlns:a16="http://schemas.microsoft.com/office/drawing/2014/main" id="{7C666506-30C8-654E-5866-E3129177FB31}"/>
              </a:ext>
            </a:extLst>
          </p:cNvPr>
          <p:cNvSpPr txBox="1">
            <a:spLocks noGrp="1"/>
          </p:cNvSpPr>
          <p:nvPr>
            <p:ph type="body" idx="4294967295"/>
          </p:nvPr>
        </p:nvSpPr>
        <p:spPr/>
        <p:txBody>
          <a:bodyPr>
            <a:normAutofit lnSpcReduction="10000"/>
          </a:bodyPr>
          <a:lstStyle/>
          <a:p>
            <a:pPr lvl="0">
              <a:spcBef>
                <a:spcPts val="0"/>
              </a:spcBef>
              <a:spcAft>
                <a:spcPts val="1582"/>
              </a:spcAft>
            </a:pPr>
            <a:r>
              <a:rPr lang="en-US"/>
              <a:t>U odnosu na spektralnu liniju, apsorpcija u kontinuumu ne zavisi od talasne dužine.</a:t>
            </a:r>
          </a:p>
          <a:p>
            <a:pPr lvl="0">
              <a:spcBef>
                <a:spcPts val="0"/>
              </a:spcBef>
              <a:spcAft>
                <a:spcPts val="1582"/>
              </a:spcAft>
            </a:pPr>
            <a:r>
              <a:rPr lang="en-US" b="1"/>
              <a:t>Treba </a:t>
            </a:r>
            <a:r>
              <a:rPr lang="en-US"/>
              <a:t>da  je uzmemo u obzir: apsorpcioni profil u jednom trenutku opadne na nulu, bez obzira koliko je linija jaka</a:t>
            </a:r>
            <a:br>
              <a:rPr lang="en-US"/>
            </a:br>
            <a:br>
              <a:rPr lang="en-US"/>
            </a:br>
            <a:br>
              <a:rPr lang="en-US"/>
            </a:br>
            <a:br>
              <a:rPr lang="en-US"/>
            </a:br>
            <a:br>
              <a:rPr lang="en-US"/>
            </a:br>
            <a:br>
              <a:rPr lang="en-US"/>
            </a:br>
            <a:br>
              <a:rPr lang="en-US"/>
            </a:br>
            <a:br>
              <a:rPr lang="en-US"/>
            </a:br>
            <a:br>
              <a:rPr lang="en-US"/>
            </a:br>
            <a:br>
              <a:rPr lang="en-US"/>
            </a:br>
            <a:endParaRPr lang="en-US"/>
          </a:p>
          <a:p>
            <a:pPr lvl="0">
              <a:spcBef>
                <a:spcPts val="0"/>
              </a:spcBef>
              <a:spcAft>
                <a:spcPts val="1582"/>
              </a:spcAft>
            </a:pPr>
            <a:r>
              <a:rPr lang="en-US"/>
              <a:t>Podsetnik: Računanje neprozračnosti zahteva da rešimo jednačinu stanja, tj hemijske ravnoteže, da dobijemo koncentracije apsorpbera (i emitera)</a:t>
            </a:r>
          </a:p>
          <a:p>
            <a:pPr lvl="0">
              <a:spcBef>
                <a:spcPts val="0"/>
              </a:spcBef>
              <a:spcAft>
                <a:spcPts val="1582"/>
              </a:spcAft>
            </a:pPr>
            <a:endParaRPr lang="en-US"/>
          </a:p>
        </p:txBody>
      </p:sp>
      <p:pic>
        <p:nvPicPr>
          <p:cNvPr id="4" name="">
            <a:extLst>
              <a:ext uri="{FF2B5EF4-FFF2-40B4-BE49-F238E27FC236}">
                <a16:creationId xmlns:a16="http://schemas.microsoft.com/office/drawing/2014/main" id="{380F0620-5E84-39C9-4144-5CC74DAE906B}"/>
              </a:ext>
            </a:extLst>
          </p:cNvPr>
          <p:cNvPicPr>
            <a:picLocks noChangeAspect="1"/>
          </p:cNvPicPr>
          <p:nvPr/>
        </p:nvPicPr>
        <p:blipFill>
          <a:blip r:embed="rId3">
            <a:lum/>
            <a:alphaModFix/>
          </a:blip>
          <a:srcRect/>
          <a:stretch>
            <a:fillRect/>
          </a:stretch>
        </p:blipFill>
        <p:spPr>
          <a:xfrm>
            <a:off x="3838320" y="2624040"/>
            <a:ext cx="2400119" cy="409320"/>
          </a:xfrm>
          <a:prstGeom prst="rect">
            <a:avLst/>
          </a:prstGeom>
          <a:noFill/>
          <a:ln>
            <a:noFill/>
          </a:ln>
        </p:spPr>
      </p:pic>
      <p:sp>
        <p:nvSpPr>
          <p:cNvPr id="5" name="TextBox 4">
            <a:extLst>
              <a:ext uri="{FF2B5EF4-FFF2-40B4-BE49-F238E27FC236}">
                <a16:creationId xmlns:a16="http://schemas.microsoft.com/office/drawing/2014/main" id="{841D1177-2FC5-7864-7B19-E326E70AA6A6}"/>
              </a:ext>
            </a:extLst>
          </p:cNvPr>
          <p:cNvSpPr txBox="1"/>
          <p:nvPr/>
        </p:nvSpPr>
        <p:spPr>
          <a:xfrm>
            <a:off x="2743199" y="3200400"/>
            <a:ext cx="1828800" cy="685799"/>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Ukupna neprozračnost</a:t>
            </a:r>
          </a:p>
        </p:txBody>
      </p:sp>
      <p:sp>
        <p:nvSpPr>
          <p:cNvPr id="6" name="TextBox 5">
            <a:extLst>
              <a:ext uri="{FF2B5EF4-FFF2-40B4-BE49-F238E27FC236}">
                <a16:creationId xmlns:a16="http://schemas.microsoft.com/office/drawing/2014/main" id="{86F9F5DD-6390-EF17-AD3B-B7569367517F}"/>
              </a:ext>
            </a:extLst>
          </p:cNvPr>
          <p:cNvSpPr txBox="1"/>
          <p:nvPr/>
        </p:nvSpPr>
        <p:spPr>
          <a:xfrm>
            <a:off x="4114800" y="2152800"/>
            <a:ext cx="1828800" cy="361799"/>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Kontinuum</a:t>
            </a:r>
          </a:p>
        </p:txBody>
      </p:sp>
      <p:sp>
        <p:nvSpPr>
          <p:cNvPr id="7" name="TextBox 6">
            <a:extLst>
              <a:ext uri="{FF2B5EF4-FFF2-40B4-BE49-F238E27FC236}">
                <a16:creationId xmlns:a16="http://schemas.microsoft.com/office/drawing/2014/main" id="{8E38C340-E05C-FC1B-C77A-A0270E84EA81}"/>
              </a:ext>
            </a:extLst>
          </p:cNvPr>
          <p:cNvSpPr txBox="1"/>
          <p:nvPr/>
        </p:nvSpPr>
        <p:spPr>
          <a:xfrm>
            <a:off x="5486399" y="3657600"/>
            <a:ext cx="1828800" cy="90468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Ukupna neprozračnost u liniji</a:t>
            </a:r>
          </a:p>
        </p:txBody>
      </p:sp>
      <p:sp>
        <p:nvSpPr>
          <p:cNvPr id="8" name="TextBox 7">
            <a:extLst>
              <a:ext uri="{FF2B5EF4-FFF2-40B4-BE49-F238E27FC236}">
                <a16:creationId xmlns:a16="http://schemas.microsoft.com/office/drawing/2014/main" id="{D1EB0C1D-C835-531A-BF62-FE73A86C784D}"/>
              </a:ext>
            </a:extLst>
          </p:cNvPr>
          <p:cNvSpPr txBox="1"/>
          <p:nvPr/>
        </p:nvSpPr>
        <p:spPr>
          <a:xfrm>
            <a:off x="7265833" y="2130200"/>
            <a:ext cx="2515727" cy="145856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dirty="0" err="1">
                <a:ln>
                  <a:noFill/>
                </a:ln>
                <a:latin typeface="Rubik Light" pitchFamily="18"/>
                <a:ea typeface="Microsoft YaHei" pitchFamily="2"/>
                <a:cs typeface="Arial" pitchFamily="2"/>
              </a:rPr>
              <a:t>Profil</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bezdimenzioni</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Videćemo</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sledeći</a:t>
            </a:r>
            <a:r>
              <a:rPr lang="en-US" sz="1800" b="0" i="0" u="none" strike="noStrike" kern="1200" cap="none" dirty="0">
                <a:ln>
                  <a:noFill/>
                </a:ln>
                <a:latin typeface="Rubik Light" pitchFamily="18"/>
                <a:ea typeface="Microsoft YaHei" pitchFamily="2"/>
                <a:cs typeface="Arial" pitchFamily="2"/>
              </a:rPr>
              <a:t> put </a:t>
            </a:r>
            <a:r>
              <a:rPr lang="en-US" sz="1800" b="0" i="0" u="none" strike="noStrike" kern="1200" cap="none" dirty="0" err="1">
                <a:ln>
                  <a:noFill/>
                </a:ln>
                <a:latin typeface="Rubik Light" pitchFamily="18"/>
                <a:ea typeface="Microsoft YaHei" pitchFamily="2"/>
                <a:cs typeface="Arial" pitchFamily="2"/>
              </a:rPr>
              <a:t>zašto</a:t>
            </a:r>
            <a:r>
              <a:rPr lang="en-US" sz="1800" b="0" i="0" u="none" strike="noStrike" kern="1200" cap="none" dirty="0">
                <a:ln>
                  <a:noFill/>
                </a:ln>
                <a:latin typeface="Rubik Light" pitchFamily="18"/>
                <a:ea typeface="Microsoft YaHei" pitchFamily="2"/>
                <a:cs typeface="Arial" pitchFamily="2"/>
              </a:rPr>
              <a:t>. Za </a:t>
            </a:r>
            <a:r>
              <a:rPr lang="en-US" sz="1800" b="0" i="0" u="none" strike="noStrike" kern="1200" cap="none" dirty="0" err="1">
                <a:ln>
                  <a:noFill/>
                </a:ln>
                <a:latin typeface="Rubik Light" pitchFamily="18"/>
                <a:ea typeface="Microsoft YaHei" pitchFamily="2"/>
                <a:cs typeface="Arial" pitchFamily="2"/>
              </a:rPr>
              <a:t>sada</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recimo</a:t>
            </a:r>
            <a:r>
              <a:rPr lang="en-US" sz="1800" b="0" i="0" u="none" strike="noStrike" kern="1200" cap="none" dirty="0">
                <a:ln>
                  <a:noFill/>
                </a:ln>
                <a:latin typeface="Rubik Light" pitchFamily="18"/>
                <a:ea typeface="Microsoft YaHei" pitchFamily="2"/>
                <a:cs typeface="Arial" pitchFamily="2"/>
              </a:rPr>
              <a:t> da je to </a:t>
            </a:r>
            <a:r>
              <a:rPr lang="en-US" sz="1800" b="0" i="0" u="none" strike="noStrike" kern="1200" cap="none" dirty="0" err="1">
                <a:ln>
                  <a:noFill/>
                </a:ln>
                <a:latin typeface="Rubik Light" pitchFamily="18"/>
                <a:ea typeface="Microsoft YaHei" pitchFamily="2"/>
                <a:cs typeface="Arial" pitchFamily="2"/>
              </a:rPr>
              <a:t>tako</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jer</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želimo</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jednostavnije</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jedinice</a:t>
            </a:r>
            <a:endParaRPr lang="en-US" sz="1800" b="0" i="0" u="none" strike="noStrike" kern="1200" cap="none" dirty="0">
              <a:ln>
                <a:noFill/>
              </a:ln>
              <a:latin typeface="Rubik Light" pitchFamily="18"/>
              <a:ea typeface="Microsoft YaHei" pitchFamily="2"/>
              <a:cs typeface="Arial" pitchFamily="2"/>
            </a:endParaRPr>
          </a:p>
        </p:txBody>
      </p:sp>
      <p:sp>
        <p:nvSpPr>
          <p:cNvPr id="9" name="Straight Connector 8">
            <a:extLst>
              <a:ext uri="{FF2B5EF4-FFF2-40B4-BE49-F238E27FC236}">
                <a16:creationId xmlns:a16="http://schemas.microsoft.com/office/drawing/2014/main" id="{D4D2C20C-A523-F5B4-1EFF-400DA935F22B}"/>
              </a:ext>
            </a:extLst>
          </p:cNvPr>
          <p:cNvSpPr/>
          <p:nvPr/>
        </p:nvSpPr>
        <p:spPr>
          <a:xfrm flipV="1">
            <a:off x="3886200" y="3033360"/>
            <a:ext cx="0" cy="39564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10" name="Straight Connector 9">
            <a:extLst>
              <a:ext uri="{FF2B5EF4-FFF2-40B4-BE49-F238E27FC236}">
                <a16:creationId xmlns:a16="http://schemas.microsoft.com/office/drawing/2014/main" id="{8E2E8AFF-2372-9A7A-99FB-4C30EF347A52}"/>
              </a:ext>
            </a:extLst>
          </p:cNvPr>
          <p:cNvSpPr/>
          <p:nvPr/>
        </p:nvSpPr>
        <p:spPr>
          <a:xfrm flipV="1">
            <a:off x="5715000" y="3200400"/>
            <a:ext cx="0" cy="45720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11" name="Straight Connector 10">
            <a:extLst>
              <a:ext uri="{FF2B5EF4-FFF2-40B4-BE49-F238E27FC236}">
                <a16:creationId xmlns:a16="http://schemas.microsoft.com/office/drawing/2014/main" id="{FBC5A762-870F-E4C8-EB57-0B4B47DED99C}"/>
              </a:ext>
            </a:extLst>
          </p:cNvPr>
          <p:cNvSpPr/>
          <p:nvPr/>
        </p:nvSpPr>
        <p:spPr>
          <a:xfrm flipH="1" flipV="1">
            <a:off x="6274439" y="2887200"/>
            <a:ext cx="812161" cy="8460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page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1E753-6116-BEAC-2113-69ADCBC2C914}"/>
              </a:ext>
            </a:extLst>
          </p:cNvPr>
          <p:cNvSpPr txBox="1">
            <a:spLocks noGrp="1"/>
          </p:cNvSpPr>
          <p:nvPr>
            <p:ph type="title" idx="4294967295"/>
          </p:nvPr>
        </p:nvSpPr>
        <p:spPr/>
        <p:txBody>
          <a:bodyPr vert="horz"/>
          <a:lstStyle/>
          <a:p>
            <a:pPr lvl="0"/>
            <a:r>
              <a:rPr lang="en-US"/>
              <a:t>Funkcija izvora u liniji</a:t>
            </a:r>
          </a:p>
        </p:txBody>
      </p:sp>
      <p:sp>
        <p:nvSpPr>
          <p:cNvPr id="3" name="Text Placeholder 2">
            <a:extLst>
              <a:ext uri="{FF2B5EF4-FFF2-40B4-BE49-F238E27FC236}">
                <a16:creationId xmlns:a16="http://schemas.microsoft.com/office/drawing/2014/main" id="{99798886-E719-A195-D8B1-BF981D86B22F}"/>
              </a:ext>
            </a:extLst>
          </p:cNvPr>
          <p:cNvSpPr txBox="1">
            <a:spLocks noGrp="1"/>
          </p:cNvSpPr>
          <p:nvPr>
            <p:ph type="body" idx="4294967295"/>
          </p:nvPr>
        </p:nvSpPr>
        <p:spPr/>
        <p:txBody>
          <a:bodyPr/>
          <a:lstStyle/>
          <a:p>
            <a:pPr lvl="0">
              <a:spcBef>
                <a:spcPts val="0"/>
              </a:spcBef>
              <a:spcAft>
                <a:spcPts val="1582"/>
              </a:spcAft>
            </a:pPr>
            <a:r>
              <a:rPr lang="en-US"/>
              <a:t>Može se pokazati da:</a:t>
            </a:r>
            <a:br>
              <a:rPr lang="en-US"/>
            </a:br>
            <a:br>
              <a:rPr lang="en-US"/>
            </a:br>
            <a:br>
              <a:rPr lang="en-US"/>
            </a:br>
            <a:br>
              <a:rPr lang="en-US"/>
            </a:br>
            <a:endParaRPr lang="en-US"/>
          </a:p>
          <a:p>
            <a:pPr lvl="0">
              <a:spcBef>
                <a:spcPts val="0"/>
              </a:spcBef>
              <a:spcAft>
                <a:spcPts val="1582"/>
              </a:spcAft>
            </a:pPr>
            <a:r>
              <a:rPr lang="en-US"/>
              <a:t>U LTE ovo mora da bude jednako Plankovoj funkciji, pa:</a:t>
            </a:r>
            <a:br>
              <a:rPr lang="en-US"/>
            </a:br>
            <a:br>
              <a:rPr lang="en-US"/>
            </a:br>
            <a:br>
              <a:rPr lang="en-US"/>
            </a:br>
            <a:br>
              <a:rPr lang="en-US"/>
            </a:br>
            <a:br>
              <a:rPr lang="en-US"/>
            </a:br>
            <a:endParaRPr lang="en-US"/>
          </a:p>
          <a:p>
            <a:pPr lvl="0">
              <a:spcBef>
                <a:spcPts val="0"/>
              </a:spcBef>
              <a:spcAft>
                <a:spcPts val="1582"/>
              </a:spcAft>
            </a:pPr>
            <a:r>
              <a:rPr lang="en-US"/>
              <a:t>Ali odnosi izmedju konstanti važe uvek (zato su konstante), </a:t>
            </a:r>
            <a:br>
              <a:rPr lang="en-US"/>
            </a:br>
            <a:r>
              <a:rPr lang="en-US"/>
              <a:t>pa smo dobili:</a:t>
            </a:r>
          </a:p>
        </p:txBody>
      </p:sp>
      <p:pic>
        <p:nvPicPr>
          <p:cNvPr id="4" name="">
            <a:extLst>
              <a:ext uri="{FF2B5EF4-FFF2-40B4-BE49-F238E27FC236}">
                <a16:creationId xmlns:a16="http://schemas.microsoft.com/office/drawing/2014/main" id="{E8511580-45C5-80A2-20C5-95B255D2F1C4}"/>
              </a:ext>
            </a:extLst>
          </p:cNvPr>
          <p:cNvPicPr>
            <a:picLocks noChangeAspect="1"/>
          </p:cNvPicPr>
          <p:nvPr/>
        </p:nvPicPr>
        <p:blipFill>
          <a:blip r:embed="rId3">
            <a:lum/>
            <a:alphaModFix/>
          </a:blip>
          <a:srcRect/>
          <a:stretch>
            <a:fillRect/>
          </a:stretch>
        </p:blipFill>
        <p:spPr>
          <a:xfrm>
            <a:off x="3889800" y="1229759"/>
            <a:ext cx="2296800" cy="712800"/>
          </a:xfrm>
          <a:prstGeom prst="rect">
            <a:avLst/>
          </a:prstGeom>
          <a:noFill/>
          <a:ln>
            <a:noFill/>
          </a:ln>
        </p:spPr>
      </p:pic>
      <p:pic>
        <p:nvPicPr>
          <p:cNvPr id="5" name="">
            <a:extLst>
              <a:ext uri="{FF2B5EF4-FFF2-40B4-BE49-F238E27FC236}">
                <a16:creationId xmlns:a16="http://schemas.microsoft.com/office/drawing/2014/main" id="{63B51F9B-9753-4757-07B9-ABF17E93F7A0}"/>
              </a:ext>
            </a:extLst>
          </p:cNvPr>
          <p:cNvPicPr>
            <a:picLocks noChangeAspect="1"/>
          </p:cNvPicPr>
          <p:nvPr/>
        </p:nvPicPr>
        <p:blipFill>
          <a:blip r:embed="rId4">
            <a:lum/>
            <a:alphaModFix/>
          </a:blip>
          <a:srcRect/>
          <a:stretch>
            <a:fillRect/>
          </a:stretch>
        </p:blipFill>
        <p:spPr>
          <a:xfrm>
            <a:off x="2682000" y="3000960"/>
            <a:ext cx="4712400" cy="774000"/>
          </a:xfrm>
          <a:prstGeom prst="rect">
            <a:avLst/>
          </a:prstGeom>
          <a:noFill/>
          <a:ln>
            <a:noFill/>
          </a:ln>
        </p:spPr>
      </p:pic>
      <p:pic>
        <p:nvPicPr>
          <p:cNvPr id="6" name="">
            <a:extLst>
              <a:ext uri="{FF2B5EF4-FFF2-40B4-BE49-F238E27FC236}">
                <a16:creationId xmlns:a16="http://schemas.microsoft.com/office/drawing/2014/main" id="{4B082A94-7396-55A6-0B36-24FF5E2D2E9E}"/>
              </a:ext>
            </a:extLst>
          </p:cNvPr>
          <p:cNvPicPr>
            <a:picLocks noChangeAspect="1"/>
          </p:cNvPicPr>
          <p:nvPr/>
        </p:nvPicPr>
        <p:blipFill>
          <a:blip r:embed="rId5">
            <a:lum/>
            <a:alphaModFix/>
          </a:blip>
          <a:srcRect/>
          <a:stretch>
            <a:fillRect/>
          </a:stretch>
        </p:blipFill>
        <p:spPr>
          <a:xfrm>
            <a:off x="7543799" y="3886200"/>
            <a:ext cx="1443600" cy="15659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page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051C7-0732-1AD2-6FB7-1328AAFDC062}"/>
              </a:ext>
            </a:extLst>
          </p:cNvPr>
          <p:cNvSpPr txBox="1">
            <a:spLocks noGrp="1"/>
          </p:cNvSpPr>
          <p:nvPr>
            <p:ph type="title" idx="4294967295"/>
          </p:nvPr>
        </p:nvSpPr>
        <p:spPr/>
        <p:txBody>
          <a:bodyPr vert="horz"/>
          <a:lstStyle/>
          <a:p>
            <a:pPr lvl="0"/>
            <a:r>
              <a:rPr lang="en-US"/>
              <a:t>Medjutim</a:t>
            </a:r>
          </a:p>
        </p:txBody>
      </p:sp>
      <p:sp>
        <p:nvSpPr>
          <p:cNvPr id="3" name="Text Placeholder 2">
            <a:extLst>
              <a:ext uri="{FF2B5EF4-FFF2-40B4-BE49-F238E27FC236}">
                <a16:creationId xmlns:a16="http://schemas.microsoft.com/office/drawing/2014/main" id="{5FA0E995-04AA-FADA-1A28-B76FB6245BF2}"/>
              </a:ext>
            </a:extLst>
          </p:cNvPr>
          <p:cNvSpPr txBox="1">
            <a:spLocks noGrp="1"/>
          </p:cNvSpPr>
          <p:nvPr>
            <p:ph type="body" idx="4294967295"/>
          </p:nvPr>
        </p:nvSpPr>
        <p:spPr/>
        <p:txBody>
          <a:bodyPr/>
          <a:lstStyle/>
          <a:p>
            <a:pPr lvl="0">
              <a:spcBef>
                <a:spcPts val="0"/>
              </a:spcBef>
              <a:spcAft>
                <a:spcPts val="1582"/>
              </a:spcAft>
            </a:pPr>
            <a:r>
              <a:rPr lang="en-US"/>
              <a:t>Funkcija izvora ne mora da bude u LTR</a:t>
            </a:r>
          </a:p>
          <a:p>
            <a:pPr lvl="0">
              <a:spcBef>
                <a:spcPts val="0"/>
              </a:spcBef>
              <a:spcAft>
                <a:spcPts val="1582"/>
              </a:spcAft>
            </a:pPr>
            <a:r>
              <a:rPr lang="en-US"/>
              <a:t>Generalno, materija ne mora da bude u LTR!</a:t>
            </a:r>
            <a:br>
              <a:rPr lang="en-US"/>
            </a:br>
            <a:br>
              <a:rPr lang="en-US"/>
            </a:br>
            <a:br>
              <a:rPr lang="en-US"/>
            </a:br>
            <a:br>
              <a:rPr lang="en-US"/>
            </a:br>
            <a:br>
              <a:rPr lang="en-US"/>
            </a:br>
            <a:br>
              <a:rPr lang="en-US"/>
            </a:br>
            <a:br>
              <a:rPr lang="en-US"/>
            </a:br>
            <a:endParaRPr lang="en-US"/>
          </a:p>
          <a:p>
            <a:pPr lvl="0">
              <a:spcBef>
                <a:spcPts val="0"/>
              </a:spcBef>
              <a:spcAft>
                <a:spcPts val="1582"/>
              </a:spcAft>
            </a:pPr>
            <a:r>
              <a:rPr lang="en-US"/>
              <a:t>Pretpostavimo da je donji nivo ovog prelaza osnovni nivo (ovo generalno ne mora da bude slučaj).</a:t>
            </a:r>
          </a:p>
          <a:p>
            <a:pPr lvl="0">
              <a:spcBef>
                <a:spcPts val="0"/>
              </a:spcBef>
              <a:spcAft>
                <a:spcPts val="1582"/>
              </a:spcAft>
            </a:pPr>
            <a:r>
              <a:rPr lang="en-US"/>
              <a:t>Koji nivo će lakše da odstupi od LTR?</a:t>
            </a:r>
          </a:p>
        </p:txBody>
      </p:sp>
      <p:pic>
        <p:nvPicPr>
          <p:cNvPr id="4" name="">
            <a:extLst>
              <a:ext uri="{FF2B5EF4-FFF2-40B4-BE49-F238E27FC236}">
                <a16:creationId xmlns:a16="http://schemas.microsoft.com/office/drawing/2014/main" id="{E71EAEEF-4A2F-6687-C48B-588CF7B6B248}"/>
              </a:ext>
            </a:extLst>
          </p:cNvPr>
          <p:cNvPicPr>
            <a:picLocks noChangeAspect="1"/>
          </p:cNvPicPr>
          <p:nvPr/>
        </p:nvPicPr>
        <p:blipFill>
          <a:blip r:embed="rId3">
            <a:lum/>
            <a:alphaModFix/>
          </a:blip>
          <a:srcRect/>
          <a:stretch>
            <a:fillRect/>
          </a:stretch>
        </p:blipFill>
        <p:spPr>
          <a:xfrm>
            <a:off x="3279600" y="2007000"/>
            <a:ext cx="3517200" cy="1422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page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A7AD1-12D9-7C8C-2F0D-618F00B7BF6A}"/>
              </a:ext>
            </a:extLst>
          </p:cNvPr>
          <p:cNvSpPr txBox="1">
            <a:spLocks noGrp="1"/>
          </p:cNvSpPr>
          <p:nvPr>
            <p:ph type="title" idx="4294967295"/>
          </p:nvPr>
        </p:nvSpPr>
        <p:spPr/>
        <p:txBody>
          <a:bodyPr vert="horz">
            <a:spAutoFit/>
          </a:bodyPr>
          <a:lstStyle/>
          <a:p>
            <a:pPr lvl="0"/>
            <a:r>
              <a:rPr lang="en-US"/>
              <a:t>LTR</a:t>
            </a:r>
          </a:p>
        </p:txBody>
      </p:sp>
      <p:sp>
        <p:nvSpPr>
          <p:cNvPr id="3" name="Text Placeholder 2">
            <a:extLst>
              <a:ext uri="{FF2B5EF4-FFF2-40B4-BE49-F238E27FC236}">
                <a16:creationId xmlns:a16="http://schemas.microsoft.com/office/drawing/2014/main" id="{89458F49-AC91-88C8-1C6E-B1B5C5F2E572}"/>
              </a:ext>
            </a:extLst>
          </p:cNvPr>
          <p:cNvSpPr txBox="1">
            <a:spLocks noGrp="1"/>
          </p:cNvSpPr>
          <p:nvPr>
            <p:ph type="body" idx="4294967295"/>
          </p:nvPr>
        </p:nvSpPr>
        <p:spPr/>
        <p:txBody>
          <a:bodyPr/>
          <a:lstStyle/>
          <a:p>
            <a:pPr lvl="0">
              <a:spcBef>
                <a:spcPts val="0"/>
              </a:spcBef>
              <a:spcAft>
                <a:spcPts val="1582"/>
              </a:spcAft>
            </a:pPr>
            <a:r>
              <a:rPr lang="en-US"/>
              <a:t>Šta se dešavalo u fotosferi:</a:t>
            </a:r>
            <a:br>
              <a:rPr lang="en-US"/>
            </a:br>
            <a:br>
              <a:rPr lang="en-US"/>
            </a:br>
            <a:br>
              <a:rPr lang="en-US"/>
            </a:br>
            <a:br>
              <a:rPr lang="en-US"/>
            </a:br>
            <a:br>
              <a:rPr lang="en-US"/>
            </a:br>
            <a:br>
              <a:rPr lang="en-US"/>
            </a:br>
            <a:br>
              <a:rPr lang="en-US"/>
            </a:br>
            <a:br>
              <a:rPr lang="en-US"/>
            </a:br>
            <a:br>
              <a:rPr lang="en-US"/>
            </a:br>
            <a:br>
              <a:rPr lang="en-US"/>
            </a:br>
            <a:endParaRPr lang="en-US"/>
          </a:p>
          <a:p>
            <a:pPr lvl="0">
              <a:spcBef>
                <a:spcPts val="0"/>
              </a:spcBef>
              <a:spcAft>
                <a:spcPts val="1582"/>
              </a:spcAft>
            </a:pPr>
            <a:r>
              <a:rPr lang="en-US"/>
              <a:t>Atom je apsorbovao foton, elektron je time prešao u više stanje.</a:t>
            </a:r>
          </a:p>
          <a:p>
            <a:pPr lvl="0">
              <a:spcBef>
                <a:spcPts val="0"/>
              </a:spcBef>
              <a:spcAft>
                <a:spcPts val="1582"/>
              </a:spcAft>
            </a:pPr>
            <a:r>
              <a:rPr lang="en-US"/>
              <a:t>Atom se, </a:t>
            </a:r>
            <a:r>
              <a:rPr lang="en-US" b="1"/>
              <a:t>pre nego što je atom stigao da otpusti foton, </a:t>
            </a:r>
            <a:r>
              <a:rPr lang="en-US"/>
              <a:t>sudario sa nekom česticom i njoj predao tu energiju</a:t>
            </a:r>
          </a:p>
        </p:txBody>
      </p:sp>
      <p:pic>
        <p:nvPicPr>
          <p:cNvPr id="4" name="">
            <a:extLst>
              <a:ext uri="{FF2B5EF4-FFF2-40B4-BE49-F238E27FC236}">
                <a16:creationId xmlns:a16="http://schemas.microsoft.com/office/drawing/2014/main" id="{E542DE51-84F1-0EC8-6F6D-76B0343A1190}"/>
              </a:ext>
            </a:extLst>
          </p:cNvPr>
          <p:cNvPicPr>
            <a:picLocks noChangeAspect="1"/>
          </p:cNvPicPr>
          <p:nvPr/>
        </p:nvPicPr>
        <p:blipFill>
          <a:blip r:embed="rId3">
            <a:lum/>
            <a:alphaModFix/>
          </a:blip>
          <a:srcRect/>
          <a:stretch>
            <a:fillRect/>
          </a:stretch>
        </p:blipFill>
        <p:spPr>
          <a:xfrm>
            <a:off x="1222559" y="1386719"/>
            <a:ext cx="7235640" cy="27280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page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1F051-EA1C-A382-09A7-65D27EC32D87}"/>
              </a:ext>
            </a:extLst>
          </p:cNvPr>
          <p:cNvSpPr txBox="1">
            <a:spLocks noGrp="1"/>
          </p:cNvSpPr>
          <p:nvPr>
            <p:ph type="title" idx="4294967295"/>
          </p:nvPr>
        </p:nvSpPr>
        <p:spPr/>
        <p:txBody>
          <a:bodyPr vert="horz">
            <a:spAutoFit/>
          </a:bodyPr>
          <a:lstStyle/>
          <a:p>
            <a:pPr lvl="0"/>
            <a:r>
              <a:rPr lang="en-US"/>
              <a:t>LTR</a:t>
            </a:r>
          </a:p>
        </p:txBody>
      </p:sp>
      <p:sp>
        <p:nvSpPr>
          <p:cNvPr id="3" name="Text Placeholder 2">
            <a:extLst>
              <a:ext uri="{FF2B5EF4-FFF2-40B4-BE49-F238E27FC236}">
                <a16:creationId xmlns:a16="http://schemas.microsoft.com/office/drawing/2014/main" id="{D23A2DA1-E611-D050-55F4-AA5A0897DF05}"/>
              </a:ext>
            </a:extLst>
          </p:cNvPr>
          <p:cNvSpPr txBox="1">
            <a:spLocks noGrp="1"/>
          </p:cNvSpPr>
          <p:nvPr>
            <p:ph type="body" idx="4294967295"/>
          </p:nvPr>
        </p:nvSpPr>
        <p:spPr/>
        <p:txBody>
          <a:bodyPr/>
          <a:lstStyle/>
          <a:p>
            <a:pPr lvl="0">
              <a:spcBef>
                <a:spcPts val="0"/>
              </a:spcBef>
              <a:spcAft>
                <a:spcPts val="1582"/>
              </a:spcAft>
              <a:buNone/>
            </a:pPr>
            <a:br>
              <a:rPr lang="en-US"/>
            </a:br>
            <a:br>
              <a:rPr lang="en-US"/>
            </a:br>
            <a:br>
              <a:rPr lang="en-US"/>
            </a:br>
            <a:br>
              <a:rPr lang="en-US"/>
            </a:br>
            <a:br>
              <a:rPr lang="en-US"/>
            </a:br>
            <a:br>
              <a:rPr lang="en-US"/>
            </a:br>
            <a:br>
              <a:rPr lang="en-US"/>
            </a:br>
            <a:br>
              <a:rPr lang="en-US"/>
            </a:br>
            <a:endParaRPr lang="en-US"/>
          </a:p>
          <a:p>
            <a:pPr lvl="0">
              <a:spcBef>
                <a:spcPts val="0"/>
              </a:spcBef>
              <a:spcAft>
                <a:spcPts val="1582"/>
              </a:spcAft>
            </a:pPr>
            <a:r>
              <a:rPr lang="en-US"/>
              <a:t>Atom je apsorbovao foton, elektron je time prešao u više stanje.</a:t>
            </a:r>
          </a:p>
          <a:p>
            <a:pPr lvl="0">
              <a:spcBef>
                <a:spcPts val="0"/>
              </a:spcBef>
              <a:spcAft>
                <a:spcPts val="1582"/>
              </a:spcAft>
            </a:pPr>
            <a:r>
              <a:rPr lang="en-US"/>
              <a:t>Atom se, </a:t>
            </a:r>
            <a:r>
              <a:rPr lang="en-US" b="1"/>
              <a:t>pre nego što je atom stigao da otpusti foton, </a:t>
            </a:r>
            <a:r>
              <a:rPr lang="en-US"/>
              <a:t>sudario sa nekom česticom i njoj predao tu energiju</a:t>
            </a:r>
          </a:p>
          <a:p>
            <a:pPr lvl="0">
              <a:spcBef>
                <a:spcPts val="0"/>
              </a:spcBef>
              <a:spcAft>
                <a:spcPts val="1582"/>
              </a:spcAft>
            </a:pPr>
            <a:r>
              <a:rPr lang="en-US" b="1"/>
              <a:t>Ključ:</a:t>
            </a:r>
            <a:r>
              <a:rPr lang="en-US"/>
              <a:t> odnos izmedju učestanosti de-eskcitacije i učestanosti sudara!</a:t>
            </a:r>
          </a:p>
        </p:txBody>
      </p:sp>
      <p:pic>
        <p:nvPicPr>
          <p:cNvPr id="4" name="">
            <a:extLst>
              <a:ext uri="{FF2B5EF4-FFF2-40B4-BE49-F238E27FC236}">
                <a16:creationId xmlns:a16="http://schemas.microsoft.com/office/drawing/2014/main" id="{4C3CB1D8-4A24-39D7-5056-FC99D070E425}"/>
              </a:ext>
            </a:extLst>
          </p:cNvPr>
          <p:cNvPicPr>
            <a:picLocks noChangeAspect="1"/>
          </p:cNvPicPr>
          <p:nvPr/>
        </p:nvPicPr>
        <p:blipFill>
          <a:blip r:embed="rId3">
            <a:lum/>
            <a:alphaModFix/>
          </a:blip>
          <a:srcRect/>
          <a:stretch>
            <a:fillRect/>
          </a:stretch>
        </p:blipFill>
        <p:spPr>
          <a:xfrm>
            <a:off x="1222559" y="594720"/>
            <a:ext cx="7235640" cy="272808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page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E6775-FD5E-16A5-A73A-9B762C1CEA78}"/>
              </a:ext>
            </a:extLst>
          </p:cNvPr>
          <p:cNvSpPr txBox="1">
            <a:spLocks noGrp="1"/>
          </p:cNvSpPr>
          <p:nvPr>
            <p:ph type="title" idx="4294967295"/>
          </p:nvPr>
        </p:nvSpPr>
        <p:spPr/>
        <p:txBody>
          <a:bodyPr vert="horz"/>
          <a:lstStyle/>
          <a:p>
            <a:pPr lvl="0"/>
            <a:r>
              <a:rPr lang="en-US"/>
              <a:t>LTR i zračenje</a:t>
            </a:r>
          </a:p>
        </p:txBody>
      </p:sp>
      <p:pic>
        <p:nvPicPr>
          <p:cNvPr id="3" name="">
            <a:extLst>
              <a:ext uri="{FF2B5EF4-FFF2-40B4-BE49-F238E27FC236}">
                <a16:creationId xmlns:a16="http://schemas.microsoft.com/office/drawing/2014/main" id="{849FD57B-491D-AC19-DAD2-50D4D5D19A37}"/>
              </a:ext>
            </a:extLst>
          </p:cNvPr>
          <p:cNvPicPr>
            <a:picLocks noChangeAspect="1"/>
          </p:cNvPicPr>
          <p:nvPr/>
        </p:nvPicPr>
        <p:blipFill>
          <a:blip r:embed="rId3">
            <a:lum/>
            <a:alphaModFix/>
          </a:blip>
          <a:srcRect/>
          <a:stretch>
            <a:fillRect/>
          </a:stretch>
        </p:blipFill>
        <p:spPr>
          <a:xfrm>
            <a:off x="2200680" y="5014800"/>
            <a:ext cx="1769400" cy="621720"/>
          </a:xfrm>
          <a:prstGeom prst="rect">
            <a:avLst/>
          </a:prstGeom>
          <a:noFill/>
          <a:ln>
            <a:noFill/>
          </a:ln>
        </p:spPr>
      </p:pic>
      <p:pic>
        <p:nvPicPr>
          <p:cNvPr id="4" name="">
            <a:extLst>
              <a:ext uri="{FF2B5EF4-FFF2-40B4-BE49-F238E27FC236}">
                <a16:creationId xmlns:a16="http://schemas.microsoft.com/office/drawing/2014/main" id="{2B2915A7-20F5-05D9-47AA-A91A16283DE9}"/>
              </a:ext>
            </a:extLst>
          </p:cNvPr>
          <p:cNvPicPr>
            <a:picLocks noChangeAspect="1"/>
          </p:cNvPicPr>
          <p:nvPr/>
        </p:nvPicPr>
        <p:blipFill>
          <a:blip r:embed="rId4">
            <a:lum/>
            <a:alphaModFix/>
          </a:blip>
          <a:srcRect/>
          <a:stretch>
            <a:fillRect/>
          </a:stretch>
        </p:blipFill>
        <p:spPr>
          <a:xfrm>
            <a:off x="6513840" y="5014800"/>
            <a:ext cx="1769040" cy="621720"/>
          </a:xfrm>
          <a:prstGeom prst="rect">
            <a:avLst/>
          </a:prstGeom>
          <a:noFill/>
          <a:ln>
            <a:noFill/>
          </a:ln>
        </p:spPr>
      </p:pic>
      <p:pic>
        <p:nvPicPr>
          <p:cNvPr id="5" name="">
            <a:extLst>
              <a:ext uri="{FF2B5EF4-FFF2-40B4-BE49-F238E27FC236}">
                <a16:creationId xmlns:a16="http://schemas.microsoft.com/office/drawing/2014/main" id="{ACE88079-0CFE-3D41-5925-4EAB610EAA37}"/>
              </a:ext>
            </a:extLst>
          </p:cNvPr>
          <p:cNvPicPr>
            <a:picLocks noChangeAspect="1"/>
          </p:cNvPicPr>
          <p:nvPr/>
        </p:nvPicPr>
        <p:blipFill>
          <a:blip r:embed="rId5">
            <a:lum/>
            <a:alphaModFix/>
          </a:blip>
          <a:srcRect/>
          <a:stretch>
            <a:fillRect/>
          </a:stretch>
        </p:blipFill>
        <p:spPr>
          <a:xfrm>
            <a:off x="1371599" y="2286000"/>
            <a:ext cx="7314480" cy="2521080"/>
          </a:xfrm>
          <a:prstGeom prst="rect">
            <a:avLst/>
          </a:prstGeom>
          <a:noFill/>
          <a:ln>
            <a:noFill/>
          </a:ln>
        </p:spPr>
      </p:pic>
      <p:sp>
        <p:nvSpPr>
          <p:cNvPr id="6" name="Freeform: Shape 5">
            <a:extLst>
              <a:ext uri="{FF2B5EF4-FFF2-40B4-BE49-F238E27FC236}">
                <a16:creationId xmlns:a16="http://schemas.microsoft.com/office/drawing/2014/main" id="{8D7D8E42-3272-B059-F2FA-5D1B7DEF369E}"/>
              </a:ext>
            </a:extLst>
          </p:cNvPr>
          <p:cNvSpPr/>
          <p:nvPr/>
        </p:nvSpPr>
        <p:spPr>
          <a:xfrm>
            <a:off x="6629400" y="2286000"/>
            <a:ext cx="457200" cy="2286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a:noFill/>
            <a:prstDash val="solid"/>
          </a:ln>
        </p:spPr>
        <p:txBody>
          <a:bodyPr vert="horz" wrap="none" lIns="90000" tIns="45000" rIns="90000" bIns="45000" anchor="ctr" anchorCtr="0"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7" name="Freeform: Shape 6">
            <a:extLst>
              <a:ext uri="{FF2B5EF4-FFF2-40B4-BE49-F238E27FC236}">
                <a16:creationId xmlns:a16="http://schemas.microsoft.com/office/drawing/2014/main" id="{B2FF55F2-E87E-0F5E-DB00-8DE86213DC6C}"/>
              </a:ext>
            </a:extLst>
          </p:cNvPr>
          <p:cNvSpPr/>
          <p:nvPr/>
        </p:nvSpPr>
        <p:spPr>
          <a:xfrm>
            <a:off x="2514600" y="2286000"/>
            <a:ext cx="457200" cy="2286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a:noFill/>
            <a:prstDash val="solid"/>
          </a:ln>
        </p:spPr>
        <p:txBody>
          <a:bodyPr vert="horz" wrap="none" lIns="90000" tIns="45000" rIns="90000" bIns="45000" anchor="ctr" anchorCtr="0"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8" name="Text Placeholder 7">
            <a:extLst>
              <a:ext uri="{FF2B5EF4-FFF2-40B4-BE49-F238E27FC236}">
                <a16:creationId xmlns:a16="http://schemas.microsoft.com/office/drawing/2014/main" id="{A30BE286-2BDC-23A5-EC0F-F03337F897B8}"/>
              </a:ext>
            </a:extLst>
          </p:cNvPr>
          <p:cNvSpPr txBox="1">
            <a:spLocks noGrp="1"/>
          </p:cNvSpPr>
          <p:nvPr>
            <p:ph type="body" idx="4294967295"/>
          </p:nvPr>
        </p:nvSpPr>
        <p:spPr>
          <a:xfrm>
            <a:off x="276840" y="806040"/>
            <a:ext cx="9685440" cy="4446360"/>
          </a:xfrm>
        </p:spPr>
        <p:txBody>
          <a:bodyPr/>
          <a:lstStyle/>
          <a:p>
            <a:pPr lvl="0">
              <a:spcBef>
                <a:spcPts val="0"/>
              </a:spcBef>
              <a:spcAft>
                <a:spcPts val="1582"/>
              </a:spcAft>
            </a:pPr>
            <a:r>
              <a:rPr lang="en-US" dirty="0"/>
              <a:t>U LTR </a:t>
            </a:r>
            <a:r>
              <a:rPr lang="en-US" dirty="0" err="1"/>
              <a:t>zračenje</a:t>
            </a:r>
            <a:r>
              <a:rPr lang="en-US" dirty="0"/>
              <a:t> ne </a:t>
            </a:r>
            <a:r>
              <a:rPr lang="en-US" dirty="0" err="1"/>
              <a:t>deluje</a:t>
            </a:r>
            <a:r>
              <a:rPr lang="en-US" dirty="0"/>
              <a:t> </a:t>
            </a:r>
            <a:r>
              <a:rPr lang="en-US" dirty="0" err="1"/>
              <a:t>na</a:t>
            </a:r>
            <a:r>
              <a:rPr lang="en-US" dirty="0"/>
              <a:t> </a:t>
            </a:r>
            <a:r>
              <a:rPr lang="en-US" dirty="0" err="1"/>
              <a:t>materiju</a:t>
            </a:r>
            <a:endParaRPr lang="en-US" dirty="0"/>
          </a:p>
          <a:p>
            <a:pPr lvl="0">
              <a:spcBef>
                <a:spcPts val="0"/>
              </a:spcBef>
              <a:spcAft>
                <a:spcPts val="1582"/>
              </a:spcAft>
            </a:pPr>
            <a:r>
              <a:rPr lang="en-US" dirty="0" err="1"/>
              <a:t>Materija</a:t>
            </a:r>
            <a:r>
              <a:rPr lang="en-US" dirty="0"/>
              <a:t> </a:t>
            </a:r>
            <a:r>
              <a:rPr lang="en-US" dirty="0" err="1"/>
              <a:t>odredjuje</a:t>
            </a:r>
            <a:r>
              <a:rPr lang="en-US" dirty="0"/>
              <a:t> </a:t>
            </a:r>
            <a:r>
              <a:rPr lang="en-US" dirty="0" err="1"/>
              <a:t>koeficijente</a:t>
            </a:r>
            <a:r>
              <a:rPr lang="en-US" dirty="0"/>
              <a:t> </a:t>
            </a:r>
            <a:r>
              <a:rPr lang="en-US" dirty="0" err="1"/>
              <a:t>apsorpcije</a:t>
            </a:r>
            <a:r>
              <a:rPr lang="en-US" dirty="0"/>
              <a:t> </a:t>
            </a:r>
            <a:r>
              <a:rPr lang="en-US" dirty="0" err="1"/>
              <a:t>i</a:t>
            </a:r>
            <a:r>
              <a:rPr lang="en-US" dirty="0"/>
              <a:t> </a:t>
            </a:r>
            <a:r>
              <a:rPr lang="en-US" dirty="0" err="1"/>
              <a:t>emisije</a:t>
            </a:r>
            <a:r>
              <a:rPr lang="en-US" dirty="0"/>
              <a:t> pa </a:t>
            </a:r>
            <a:r>
              <a:rPr lang="en-US" dirty="0" err="1"/>
              <a:t>samim</a:t>
            </a:r>
            <a:r>
              <a:rPr lang="en-US" dirty="0"/>
              <a:t> </a:t>
            </a:r>
            <a:r>
              <a:rPr lang="en-US" dirty="0" err="1"/>
              <a:t>tim</a:t>
            </a:r>
            <a:r>
              <a:rPr lang="en-US" dirty="0"/>
              <a:t> </a:t>
            </a:r>
            <a:r>
              <a:rPr lang="en-US" dirty="0" err="1"/>
              <a:t>i</a:t>
            </a:r>
            <a:r>
              <a:rPr lang="en-US" dirty="0"/>
              <a:t> </a:t>
            </a:r>
            <a:r>
              <a:rPr lang="en-US" dirty="0" err="1"/>
              <a:t>intenzitet</a:t>
            </a:r>
            <a:endParaRPr lang="en-US" dirty="0"/>
          </a:p>
          <a:p>
            <a:pPr lvl="0">
              <a:spcBef>
                <a:spcPts val="0"/>
              </a:spcBef>
              <a:spcAft>
                <a:spcPts val="1582"/>
              </a:spcAft>
            </a:pPr>
            <a:r>
              <a:rPr lang="en-US" dirty="0"/>
              <a:t>Ovo </a:t>
            </a:r>
            <a:r>
              <a:rPr lang="en-US" dirty="0" err="1"/>
              <a:t>čini</a:t>
            </a:r>
            <a:r>
              <a:rPr lang="en-US" dirty="0"/>
              <a:t> LTR </a:t>
            </a:r>
            <a:r>
              <a:rPr lang="en-US" dirty="0" err="1"/>
              <a:t>mnogo</a:t>
            </a:r>
            <a:r>
              <a:rPr lang="en-US" dirty="0"/>
              <a:t> </a:t>
            </a:r>
            <a:r>
              <a:rPr lang="en-US" dirty="0" err="1"/>
              <a:t>jednostavnijim</a:t>
            </a:r>
            <a:r>
              <a:rPr lang="en-US" dirty="0"/>
              <a:t> </a:t>
            </a:r>
            <a:r>
              <a:rPr lang="en-US" dirty="0" err="1"/>
              <a:t>nego</a:t>
            </a:r>
            <a:r>
              <a:rPr lang="en-US" dirty="0"/>
              <a:t> ne-LTR (</a:t>
            </a:r>
            <a:r>
              <a:rPr lang="en-US" dirty="0" err="1"/>
              <a:t>videćemo</a:t>
            </a:r>
            <a:r>
              <a:rPr lang="en-US" dirty="0"/>
              <a:t> </a:t>
            </a:r>
            <a:r>
              <a:rPr lang="en-US" dirty="0" err="1"/>
              <a:t>na</a:t>
            </a:r>
            <a:r>
              <a:rPr lang="en-US" dirty="0"/>
              <a:t> </a:t>
            </a:r>
            <a:r>
              <a:rPr lang="en-US" dirty="0" err="1"/>
              <a:t>slede</a:t>
            </a:r>
            <a:r>
              <a:rPr lang="sr-Latn-RS" dirty="0"/>
              <a:t>ćem času</a:t>
            </a:r>
            <a:r>
              <a:rPr lang="en-US" dirty="0"/>
              <a:t>)</a:t>
            </a:r>
            <a:br>
              <a:rPr lang="en-US" dirty="0"/>
            </a:br>
            <a:endParaRPr lang="en-US" dirty="0"/>
          </a:p>
          <a:p>
            <a:pPr lvl="0">
              <a:spcBef>
                <a:spcPts val="0"/>
              </a:spcBef>
              <a:spcAft>
                <a:spcPts val="1582"/>
              </a:spcAft>
            </a:pPr>
            <a:r>
              <a:rPr lang="en-US" b="1" dirty="0"/>
              <a:t>NE-LTR:</a:t>
            </a:r>
          </a:p>
          <a:p>
            <a:pPr lvl="0">
              <a:spcBef>
                <a:spcPts val="0"/>
              </a:spcBef>
              <a:spcAft>
                <a:spcPts val="1582"/>
              </a:spcAft>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page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BCE38-649F-0D5E-D5CC-DA6C7D41AFB7}"/>
              </a:ext>
            </a:extLst>
          </p:cNvPr>
          <p:cNvSpPr txBox="1">
            <a:spLocks noGrp="1"/>
          </p:cNvSpPr>
          <p:nvPr>
            <p:ph type="title" idx="4294967295"/>
          </p:nvPr>
        </p:nvSpPr>
        <p:spPr/>
        <p:txBody>
          <a:bodyPr vert="horz"/>
          <a:lstStyle/>
          <a:p>
            <a:pPr lvl="0"/>
            <a:r>
              <a:rPr lang="en-US"/>
              <a:t>Ili kao što stoji u knjizi Stellar Atmospheres III (Mihalas &amp; Hubeny)</a:t>
            </a:r>
          </a:p>
        </p:txBody>
      </p:sp>
      <p:sp>
        <p:nvSpPr>
          <p:cNvPr id="3" name="Text Placeholder 2">
            <a:extLst>
              <a:ext uri="{FF2B5EF4-FFF2-40B4-BE49-F238E27FC236}">
                <a16:creationId xmlns:a16="http://schemas.microsoft.com/office/drawing/2014/main" id="{FFD07BAC-6D0E-DDC4-539E-8BD2A62256E1}"/>
              </a:ext>
            </a:extLst>
          </p:cNvPr>
          <p:cNvSpPr txBox="1">
            <a:spLocks noGrp="1"/>
          </p:cNvSpPr>
          <p:nvPr>
            <p:ph type="body" idx="4294967295"/>
          </p:nvPr>
        </p:nvSpPr>
        <p:spPr>
          <a:xfrm>
            <a:off x="276840" y="1310040"/>
            <a:ext cx="9685440" cy="3200760"/>
          </a:xfrm>
        </p:spPr>
        <p:txBody>
          <a:bodyPr/>
          <a:lstStyle/>
          <a:p>
            <a:pPr lvl="0">
              <a:spcBef>
                <a:spcPts val="1417"/>
              </a:spcBef>
              <a:spcAft>
                <a:spcPts val="0"/>
              </a:spcAft>
              <a:buNone/>
            </a:pPr>
            <a:r>
              <a:rPr lang="en-US"/>
              <a:t>”…</a:t>
            </a:r>
            <a:r>
              <a:rPr lang="en-US" i="1"/>
              <a:t> the material’s absorption and emission coefficients are set by the local radiation field. But in turn, local radiation field is the result of not only local photon emission and absorption, but also photons that have penetrated from other (perhaps remote) points in the atmosphere where the physical conditions might be quite different. In short, the radiation field determines the non-equilibrium properties of the material, but those properties in turn determine the radiation field. The two are inextricably coupled. This is the central problem in computing a theoretical stellar spectrum”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page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0B475-5C1E-492C-42BF-3FA3AE0B04DC}"/>
              </a:ext>
            </a:extLst>
          </p:cNvPr>
          <p:cNvSpPr txBox="1">
            <a:spLocks noGrp="1"/>
          </p:cNvSpPr>
          <p:nvPr>
            <p:ph type="title" idx="4294967295"/>
          </p:nvPr>
        </p:nvSpPr>
        <p:spPr/>
        <p:txBody>
          <a:bodyPr vert="horz">
            <a:spAutoFit/>
          </a:bodyPr>
          <a:lstStyle/>
          <a:p>
            <a:pPr lvl="0"/>
            <a:r>
              <a:rPr lang="en-US"/>
              <a:t>Nije očigledno, ali povezano je sa ovim problemom:</a:t>
            </a:r>
          </a:p>
        </p:txBody>
      </p:sp>
      <p:pic>
        <p:nvPicPr>
          <p:cNvPr id="3" name="">
            <a:extLst>
              <a:ext uri="{FF2B5EF4-FFF2-40B4-BE49-F238E27FC236}">
                <a16:creationId xmlns:a16="http://schemas.microsoft.com/office/drawing/2014/main" id="{0024F2F1-78F3-36D4-3C64-3804F4384C00}"/>
              </a:ext>
            </a:extLst>
          </p:cNvPr>
          <p:cNvPicPr>
            <a:picLocks noChangeAspect="1"/>
          </p:cNvPicPr>
          <p:nvPr/>
        </p:nvPicPr>
        <p:blipFill>
          <a:blip r:embed="rId3">
            <a:lum/>
            <a:alphaModFix/>
          </a:blip>
          <a:srcRect/>
          <a:stretch>
            <a:fillRect/>
          </a:stretch>
        </p:blipFill>
        <p:spPr>
          <a:xfrm>
            <a:off x="914039" y="686160"/>
            <a:ext cx="8042400" cy="487692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page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BB32F-9402-6820-E508-D10AB8365BE9}"/>
              </a:ext>
            </a:extLst>
          </p:cNvPr>
          <p:cNvSpPr txBox="1">
            <a:spLocks noGrp="1"/>
          </p:cNvSpPr>
          <p:nvPr>
            <p:ph type="title" idx="4294967295"/>
          </p:nvPr>
        </p:nvSpPr>
        <p:spPr/>
        <p:txBody>
          <a:bodyPr vert="horz">
            <a:spAutoFit/>
          </a:bodyPr>
          <a:lstStyle/>
          <a:p>
            <a:pPr lvl="0"/>
            <a:r>
              <a:rPr lang="en-US"/>
              <a:t>Da skiciramo (možemo i tablu):</a:t>
            </a:r>
          </a:p>
        </p:txBody>
      </p:sp>
      <p:sp>
        <p:nvSpPr>
          <p:cNvPr id="3" name="Text Placeholder 2">
            <a:extLst>
              <a:ext uri="{FF2B5EF4-FFF2-40B4-BE49-F238E27FC236}">
                <a16:creationId xmlns:a16="http://schemas.microsoft.com/office/drawing/2014/main" id="{65337DDE-3E9F-78C2-F41A-49ECC89DD990}"/>
              </a:ext>
            </a:extLst>
          </p:cNvPr>
          <p:cNvSpPr txBox="1">
            <a:spLocks noGrp="1"/>
          </p:cNvSpPr>
          <p:nvPr>
            <p:ph type="body" idx="4294967295"/>
          </p:nvPr>
        </p:nvSpPr>
        <p:spPr/>
        <p:txBody>
          <a:bodyPr/>
          <a:lstStyle/>
          <a:p>
            <a:pPr lvl="0">
              <a:spcBef>
                <a:spcPts val="0"/>
              </a:spcBef>
              <a:spcAft>
                <a:spcPts val="1582"/>
              </a:spcAft>
            </a:pPr>
            <a:r>
              <a:rPr lang="en-US"/>
              <a:t>Crveno su apsorbovani fotoni, zeleno su rasejani </a:t>
            </a:r>
            <a:r>
              <a:rPr lang="en-US" b="1"/>
              <a:t>(re-emitovani, 2-3 min diskusija)</a:t>
            </a:r>
          </a:p>
        </p:txBody>
      </p:sp>
      <p:pic>
        <p:nvPicPr>
          <p:cNvPr id="4" name="">
            <a:extLst>
              <a:ext uri="{FF2B5EF4-FFF2-40B4-BE49-F238E27FC236}">
                <a16:creationId xmlns:a16="http://schemas.microsoft.com/office/drawing/2014/main" id="{79E1A38D-427F-114F-F824-75D2BBBDFC49}"/>
              </a:ext>
            </a:extLst>
          </p:cNvPr>
          <p:cNvPicPr>
            <a:picLocks noChangeAspect="1"/>
          </p:cNvPicPr>
          <p:nvPr/>
        </p:nvPicPr>
        <p:blipFill>
          <a:blip r:embed="rId3">
            <a:lum/>
            <a:alphaModFix/>
          </a:blip>
          <a:srcRect/>
          <a:stretch>
            <a:fillRect/>
          </a:stretch>
        </p:blipFill>
        <p:spPr>
          <a:xfrm>
            <a:off x="15120" y="1404720"/>
            <a:ext cx="10079640" cy="426456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age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64382-2DA2-1249-7168-B0DDCD4540A6}"/>
              </a:ext>
            </a:extLst>
          </p:cNvPr>
          <p:cNvSpPr txBox="1">
            <a:spLocks noGrp="1"/>
          </p:cNvSpPr>
          <p:nvPr>
            <p:ph type="title" idx="4294967295"/>
          </p:nvPr>
        </p:nvSpPr>
        <p:spPr/>
        <p:txBody>
          <a:bodyPr vert="horz">
            <a:spAutoFit/>
          </a:bodyPr>
          <a:lstStyle/>
          <a:p>
            <a:pPr lvl="0"/>
            <a:r>
              <a:rPr lang="en-US"/>
              <a:t>Da skiciramo (možemo i tablu):</a:t>
            </a:r>
          </a:p>
        </p:txBody>
      </p:sp>
      <p:sp>
        <p:nvSpPr>
          <p:cNvPr id="3" name="Text Placeholder 2">
            <a:extLst>
              <a:ext uri="{FF2B5EF4-FFF2-40B4-BE49-F238E27FC236}">
                <a16:creationId xmlns:a16="http://schemas.microsoft.com/office/drawing/2014/main" id="{831E1F70-F6F3-E525-EAC8-6D0B6E263A73}"/>
              </a:ext>
            </a:extLst>
          </p:cNvPr>
          <p:cNvSpPr txBox="1">
            <a:spLocks noGrp="1"/>
          </p:cNvSpPr>
          <p:nvPr>
            <p:ph type="body" idx="4294967295"/>
          </p:nvPr>
        </p:nvSpPr>
        <p:spPr/>
        <p:txBody>
          <a:bodyPr/>
          <a:lstStyle/>
          <a:p>
            <a:pPr lvl="0">
              <a:spcBef>
                <a:spcPts val="0"/>
              </a:spcBef>
              <a:spcAft>
                <a:spcPts val="1582"/>
              </a:spcAft>
            </a:pPr>
            <a:r>
              <a:rPr lang="en-US"/>
              <a:t>Crveno su apsorbovani fotoni, zeleno su rasejani </a:t>
            </a:r>
            <a:r>
              <a:rPr lang="en-US" b="1"/>
              <a:t>(re-emitovani, 2-3 min diskusija)</a:t>
            </a:r>
          </a:p>
        </p:txBody>
      </p:sp>
      <p:pic>
        <p:nvPicPr>
          <p:cNvPr id="4" name="">
            <a:extLst>
              <a:ext uri="{FF2B5EF4-FFF2-40B4-BE49-F238E27FC236}">
                <a16:creationId xmlns:a16="http://schemas.microsoft.com/office/drawing/2014/main" id="{9BA39DFD-04CD-9E0A-8E44-93CCDCF975AF}"/>
              </a:ext>
            </a:extLst>
          </p:cNvPr>
          <p:cNvPicPr>
            <a:picLocks noChangeAspect="1"/>
          </p:cNvPicPr>
          <p:nvPr/>
        </p:nvPicPr>
        <p:blipFill>
          <a:blip r:embed="rId3">
            <a:lum/>
            <a:alphaModFix/>
          </a:blip>
          <a:srcRect/>
          <a:stretch>
            <a:fillRect/>
          </a:stretch>
        </p:blipFill>
        <p:spPr>
          <a:xfrm>
            <a:off x="-20880" y="1784880"/>
            <a:ext cx="10079640" cy="388512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page2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79354-F924-DFB9-0CF5-C2AD21C1D976}"/>
              </a:ext>
            </a:extLst>
          </p:cNvPr>
          <p:cNvSpPr txBox="1">
            <a:spLocks noGrp="1"/>
          </p:cNvSpPr>
          <p:nvPr>
            <p:ph type="title" idx="4294967295"/>
          </p:nvPr>
        </p:nvSpPr>
        <p:spPr/>
        <p:txBody>
          <a:bodyPr vert="horz">
            <a:spAutoFit/>
          </a:bodyPr>
          <a:lstStyle/>
          <a:p>
            <a:pPr lvl="0"/>
            <a:r>
              <a:rPr lang="en-US"/>
              <a:t>Razmišljajmo o sledećem:</a:t>
            </a:r>
          </a:p>
        </p:txBody>
      </p:sp>
      <p:sp>
        <p:nvSpPr>
          <p:cNvPr id="3" name="Text Placeholder 2">
            <a:extLst>
              <a:ext uri="{FF2B5EF4-FFF2-40B4-BE49-F238E27FC236}">
                <a16:creationId xmlns:a16="http://schemas.microsoft.com/office/drawing/2014/main" id="{C65D2E13-D313-3BF3-37D4-483057EE724D}"/>
              </a:ext>
            </a:extLst>
          </p:cNvPr>
          <p:cNvSpPr txBox="1">
            <a:spLocks noGrp="1"/>
          </p:cNvSpPr>
          <p:nvPr>
            <p:ph type="body" idx="4294967295"/>
          </p:nvPr>
        </p:nvSpPr>
        <p:spPr/>
        <p:txBody>
          <a:bodyPr/>
          <a:lstStyle/>
          <a:p>
            <a:pPr lvl="0">
              <a:spcBef>
                <a:spcPts val="0"/>
              </a:spcBef>
              <a:spcAft>
                <a:spcPts val="1582"/>
              </a:spcAft>
            </a:pPr>
            <a:r>
              <a:rPr lang="en-US" b="1"/>
              <a:t>Lako: </a:t>
            </a:r>
            <a:r>
              <a:rPr lang="en-US"/>
              <a:t>Gledano duž pravca vizure, više se zračenja ukloni iz zraka nego što se vrati u zrak</a:t>
            </a:r>
          </a:p>
          <a:p>
            <a:pPr lvl="0">
              <a:spcBef>
                <a:spcPts val="0"/>
              </a:spcBef>
              <a:spcAft>
                <a:spcPts val="1582"/>
              </a:spcAft>
            </a:pPr>
            <a:r>
              <a:rPr lang="en-US" b="1"/>
              <a:t>Malo teže: </a:t>
            </a:r>
            <a:r>
              <a:rPr lang="en-US"/>
              <a:t>Ako hoćemo da obračunamo rasejanje u emitovane fotone (tj. u koeficijent emisije, moraćemo da se pomučimo)</a:t>
            </a:r>
          </a:p>
          <a:p>
            <a:pPr lvl="0">
              <a:spcBef>
                <a:spcPts val="0"/>
              </a:spcBef>
              <a:spcAft>
                <a:spcPts val="1582"/>
              </a:spcAft>
            </a:pPr>
            <a:r>
              <a:rPr lang="en-US" b="1"/>
              <a:t>Još teže: </a:t>
            </a:r>
            <a:r>
              <a:rPr lang="en-US"/>
              <a:t>Na kraju ovog problema ćemo ponovo završiti sa nekom integro-diferencijalnom jednačinom</a:t>
            </a:r>
            <a:br>
              <a:rPr lang="en-US"/>
            </a:br>
            <a:br>
              <a:rPr lang="en-US"/>
            </a:br>
            <a:endParaRPr lang="en-US"/>
          </a:p>
          <a:p>
            <a:pPr lvl="0">
              <a:spcBef>
                <a:spcPts val="0"/>
              </a:spcBef>
              <a:spcAft>
                <a:spcPts val="1582"/>
              </a:spcAft>
            </a:pPr>
            <a:r>
              <a:rPr lang="en-US" b="1"/>
              <a:t>Zašto, odjednom, razmatramo rasejanje?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page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6B155-A148-17C9-D6C2-60D675306CF5}"/>
              </a:ext>
            </a:extLst>
          </p:cNvPr>
          <p:cNvSpPr txBox="1">
            <a:spLocks noGrp="1"/>
          </p:cNvSpPr>
          <p:nvPr>
            <p:ph type="title" idx="4294967295"/>
          </p:nvPr>
        </p:nvSpPr>
        <p:spPr/>
        <p:txBody>
          <a:bodyPr vert="horz">
            <a:spAutoFit/>
          </a:bodyPr>
          <a:lstStyle/>
          <a:p>
            <a:pPr lvl="0"/>
            <a:r>
              <a:rPr lang="en-US"/>
              <a:t>Razmišljajmo o sledećem:</a:t>
            </a:r>
          </a:p>
        </p:txBody>
      </p:sp>
      <p:sp>
        <p:nvSpPr>
          <p:cNvPr id="3" name="Text Placeholder 2">
            <a:extLst>
              <a:ext uri="{FF2B5EF4-FFF2-40B4-BE49-F238E27FC236}">
                <a16:creationId xmlns:a16="http://schemas.microsoft.com/office/drawing/2014/main" id="{5C7AE757-5DC9-401A-C194-0A7AB153A1E2}"/>
              </a:ext>
            </a:extLst>
          </p:cNvPr>
          <p:cNvSpPr txBox="1">
            <a:spLocks noGrp="1"/>
          </p:cNvSpPr>
          <p:nvPr>
            <p:ph type="body" idx="4294967295"/>
          </p:nvPr>
        </p:nvSpPr>
        <p:spPr/>
        <p:txBody>
          <a:bodyPr/>
          <a:lstStyle/>
          <a:p>
            <a:pPr lvl="0">
              <a:spcBef>
                <a:spcPts val="0"/>
              </a:spcBef>
              <a:spcAft>
                <a:spcPts val="1582"/>
              </a:spcAft>
            </a:pPr>
            <a:r>
              <a:rPr lang="en-US" b="1"/>
              <a:t>Lako: </a:t>
            </a:r>
            <a:r>
              <a:rPr lang="en-US"/>
              <a:t>Gledano duž pravca vizure, više se zračenja ukloni iz zraka nego što se vrati u zrak</a:t>
            </a:r>
          </a:p>
          <a:p>
            <a:pPr lvl="0">
              <a:spcBef>
                <a:spcPts val="0"/>
              </a:spcBef>
              <a:spcAft>
                <a:spcPts val="1582"/>
              </a:spcAft>
            </a:pPr>
            <a:r>
              <a:rPr lang="en-US" b="1"/>
              <a:t>Malo teže: </a:t>
            </a:r>
            <a:r>
              <a:rPr lang="en-US"/>
              <a:t>Ako hoćemo da obračunamo rasejanje u emitovane fotone (tj. u koeficijent emisije, moraćemo da se pomučimo)</a:t>
            </a:r>
          </a:p>
          <a:p>
            <a:pPr lvl="0">
              <a:spcBef>
                <a:spcPts val="0"/>
              </a:spcBef>
              <a:spcAft>
                <a:spcPts val="1582"/>
              </a:spcAft>
            </a:pPr>
            <a:r>
              <a:rPr lang="en-US" b="1"/>
              <a:t>Još teže: </a:t>
            </a:r>
            <a:r>
              <a:rPr lang="en-US"/>
              <a:t>Na kraju ovog problema ćemo ponovo završiti sa nekom integro-diferencijalnom jednačinom</a:t>
            </a:r>
            <a:br>
              <a:rPr lang="en-US"/>
            </a:br>
            <a:br>
              <a:rPr lang="en-US"/>
            </a:br>
            <a:endParaRPr lang="en-US"/>
          </a:p>
          <a:p>
            <a:pPr lvl="0">
              <a:spcBef>
                <a:spcPts val="0"/>
              </a:spcBef>
              <a:spcAft>
                <a:spcPts val="1582"/>
              </a:spcAft>
            </a:pPr>
            <a:r>
              <a:rPr lang="en-US" b="1"/>
              <a:t>Zašto, odjednom, razmatramo rasejanje?</a:t>
            </a:r>
          </a:p>
          <a:p>
            <a:pPr lvl="0">
              <a:spcBef>
                <a:spcPts val="0"/>
              </a:spcBef>
              <a:spcAft>
                <a:spcPts val="1582"/>
              </a:spcAft>
            </a:pPr>
            <a:r>
              <a:rPr lang="en-US" b="1"/>
              <a:t>Zato što jake linije na neki način rasejavaju svetlost. Prvi modeli su pretpostavili da je to slično procesima u kontinuumu </a:t>
            </a:r>
            <a:br>
              <a:rPr lang="en-US" b="1"/>
            </a:br>
            <a:r>
              <a:rPr lang="en-US"/>
              <a:t>(ne-LTR se često zove `line scattering`)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page2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7467F-A8E1-607D-CC9E-04D227D6E224}"/>
              </a:ext>
            </a:extLst>
          </p:cNvPr>
          <p:cNvSpPr txBox="1">
            <a:spLocks noGrp="1"/>
          </p:cNvSpPr>
          <p:nvPr>
            <p:ph type="title" idx="4294967295"/>
          </p:nvPr>
        </p:nvSpPr>
        <p:spPr>
          <a:xfrm>
            <a:off x="288360" y="82080"/>
            <a:ext cx="9541800" cy="603720"/>
          </a:xfrm>
        </p:spPr>
        <p:txBody>
          <a:bodyPr vert="horz">
            <a:spAutoFit/>
          </a:bodyPr>
          <a:lstStyle/>
          <a:p>
            <a:pPr lvl="0"/>
            <a:r>
              <a:rPr lang="en-US"/>
              <a:t>Rasejanje (u) spektralnim linijama</a:t>
            </a:r>
          </a:p>
        </p:txBody>
      </p:sp>
      <p:sp>
        <p:nvSpPr>
          <p:cNvPr id="3" name="Text Placeholder 2">
            <a:extLst>
              <a:ext uri="{FF2B5EF4-FFF2-40B4-BE49-F238E27FC236}">
                <a16:creationId xmlns:a16="http://schemas.microsoft.com/office/drawing/2014/main" id="{4C1C0D4F-D3BA-3A5F-2CBA-9A8BB6EE29FF}"/>
              </a:ext>
            </a:extLst>
          </p:cNvPr>
          <p:cNvSpPr txBox="1">
            <a:spLocks noGrp="1"/>
          </p:cNvSpPr>
          <p:nvPr>
            <p:ph type="body" idx="4294967295"/>
          </p:nvPr>
        </p:nvSpPr>
        <p:spPr>
          <a:xfrm>
            <a:off x="288360" y="3429000"/>
            <a:ext cx="9541800" cy="2057400"/>
          </a:xfrm>
        </p:spPr>
        <p:txBody>
          <a:bodyPr/>
          <a:lstStyle/>
          <a:p>
            <a:pPr lvl="0">
              <a:spcBef>
                <a:spcPts val="0"/>
              </a:spcBef>
              <a:spcAft>
                <a:spcPts val="1582"/>
              </a:spcAft>
            </a:pPr>
            <a:r>
              <a:rPr lang="en-US"/>
              <a:t>Apsorpcija nakon koje odmah sledi emisija</a:t>
            </a:r>
          </a:p>
          <a:p>
            <a:pPr lvl="0">
              <a:spcBef>
                <a:spcPts val="0"/>
              </a:spcBef>
              <a:spcAft>
                <a:spcPts val="1582"/>
              </a:spcAft>
            </a:pPr>
            <a:r>
              <a:rPr lang="en-US"/>
              <a:t>Verovatnoća da u ovom procesu foton bude </a:t>
            </a:r>
            <a:r>
              <a:rPr lang="en-US" b="1"/>
              <a:t>stvarno </a:t>
            </a:r>
            <a:r>
              <a:rPr lang="en-US"/>
              <a:t>apsorbovan (termalizovan) je:</a:t>
            </a:r>
          </a:p>
        </p:txBody>
      </p:sp>
      <p:pic>
        <p:nvPicPr>
          <p:cNvPr id="4" name="">
            <a:extLst>
              <a:ext uri="{FF2B5EF4-FFF2-40B4-BE49-F238E27FC236}">
                <a16:creationId xmlns:a16="http://schemas.microsoft.com/office/drawing/2014/main" id="{595DD215-8AC7-89C0-6D2F-23F85C0E921F}"/>
              </a:ext>
            </a:extLst>
          </p:cNvPr>
          <p:cNvPicPr>
            <a:picLocks noChangeAspect="1"/>
          </p:cNvPicPr>
          <p:nvPr/>
        </p:nvPicPr>
        <p:blipFill>
          <a:blip r:embed="rId3">
            <a:lum/>
            <a:alphaModFix/>
          </a:blip>
          <a:srcRect/>
          <a:stretch>
            <a:fillRect/>
          </a:stretch>
        </p:blipFill>
        <p:spPr>
          <a:xfrm>
            <a:off x="4515480" y="4572000"/>
            <a:ext cx="4628880" cy="847439"/>
          </a:xfrm>
          <a:prstGeom prst="rect">
            <a:avLst/>
          </a:prstGeom>
          <a:noFill/>
          <a:ln w="29160">
            <a:solidFill>
              <a:srgbClr val="3465A4"/>
            </a:solidFill>
            <a:prstDash val="solid"/>
          </a:ln>
        </p:spPr>
      </p:pic>
      <p:pic>
        <p:nvPicPr>
          <p:cNvPr id="5" name="">
            <a:extLst>
              <a:ext uri="{FF2B5EF4-FFF2-40B4-BE49-F238E27FC236}">
                <a16:creationId xmlns:a16="http://schemas.microsoft.com/office/drawing/2014/main" id="{BB56C11A-E301-59AC-6E84-C00C12ACF022}"/>
              </a:ext>
            </a:extLst>
          </p:cNvPr>
          <p:cNvPicPr>
            <a:picLocks noChangeAspect="1"/>
          </p:cNvPicPr>
          <p:nvPr/>
        </p:nvPicPr>
        <p:blipFill>
          <a:blip r:embed="rId4">
            <a:lum/>
            <a:alphaModFix/>
          </a:blip>
          <a:srcRect/>
          <a:stretch>
            <a:fillRect/>
          </a:stretch>
        </p:blipFill>
        <p:spPr>
          <a:xfrm>
            <a:off x="646200" y="1143360"/>
            <a:ext cx="4114440" cy="1581480"/>
          </a:xfrm>
          <a:prstGeom prst="rect">
            <a:avLst/>
          </a:prstGeom>
          <a:noFill/>
          <a:ln>
            <a:noFill/>
          </a:ln>
        </p:spPr>
      </p:pic>
      <p:pic>
        <p:nvPicPr>
          <p:cNvPr id="6" name="">
            <a:extLst>
              <a:ext uri="{FF2B5EF4-FFF2-40B4-BE49-F238E27FC236}">
                <a16:creationId xmlns:a16="http://schemas.microsoft.com/office/drawing/2014/main" id="{0D553000-FFC5-2DB3-C4B2-5F11314C801C}"/>
              </a:ext>
            </a:extLst>
          </p:cNvPr>
          <p:cNvPicPr>
            <a:picLocks noChangeAspect="1"/>
          </p:cNvPicPr>
          <p:nvPr/>
        </p:nvPicPr>
        <p:blipFill>
          <a:blip r:embed="rId5">
            <a:lum/>
            <a:alphaModFix/>
          </a:blip>
          <a:srcRect/>
          <a:stretch>
            <a:fillRect/>
          </a:stretch>
        </p:blipFill>
        <p:spPr>
          <a:xfrm>
            <a:off x="5487120" y="1143000"/>
            <a:ext cx="4114440" cy="1654560"/>
          </a:xfrm>
          <a:prstGeom prst="rect">
            <a:avLst/>
          </a:prstGeom>
          <a:noFill/>
          <a:ln>
            <a:noFill/>
          </a:ln>
        </p:spPr>
      </p:pic>
      <p:sp>
        <p:nvSpPr>
          <p:cNvPr id="7" name="Straight Connector 6">
            <a:extLst>
              <a:ext uri="{FF2B5EF4-FFF2-40B4-BE49-F238E27FC236}">
                <a16:creationId xmlns:a16="http://schemas.microsoft.com/office/drawing/2014/main" id="{47B99435-7647-C3C6-ACE3-678B8EADAC17}"/>
              </a:ext>
            </a:extLst>
          </p:cNvPr>
          <p:cNvSpPr/>
          <p:nvPr/>
        </p:nvSpPr>
        <p:spPr>
          <a:xfrm>
            <a:off x="3070441" y="4754106"/>
            <a:ext cx="2285999" cy="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8" name="TextBox 7">
            <a:extLst>
              <a:ext uri="{FF2B5EF4-FFF2-40B4-BE49-F238E27FC236}">
                <a16:creationId xmlns:a16="http://schemas.microsoft.com/office/drawing/2014/main" id="{4ADDD672-DE75-1B3E-8D23-04D331EC6BF2}"/>
              </a:ext>
            </a:extLst>
          </p:cNvPr>
          <p:cNvSpPr txBox="1"/>
          <p:nvPr/>
        </p:nvSpPr>
        <p:spPr>
          <a:xfrm>
            <a:off x="1600200" y="4343400"/>
            <a:ext cx="1871420" cy="904680"/>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dirty="0" err="1">
                <a:ln>
                  <a:noFill/>
                </a:ln>
                <a:latin typeface="Rubik Light" pitchFamily="18"/>
                <a:ea typeface="Microsoft YaHei" pitchFamily="2"/>
                <a:cs typeface="Arial" pitchFamily="2"/>
              </a:rPr>
              <a:t>Učestanost</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sudarne</a:t>
            </a:r>
            <a:r>
              <a:rPr lang="en-US" sz="1800" b="0" i="0" u="none" strike="noStrike" kern="1200" cap="none" dirty="0">
                <a:ln>
                  <a:noFill/>
                </a:ln>
                <a:latin typeface="Rubik Light" pitchFamily="18"/>
                <a:ea typeface="Microsoft YaHei" pitchFamily="2"/>
                <a:cs typeface="Arial" pitchFamily="2"/>
              </a:rPr>
              <a:t> de-</a:t>
            </a:r>
            <a:r>
              <a:rPr lang="en-US" sz="1800" b="0" i="0" u="none" strike="noStrike" kern="1200" cap="none" dirty="0" err="1">
                <a:ln>
                  <a:noFill/>
                </a:ln>
                <a:latin typeface="Rubik Light" pitchFamily="18"/>
                <a:ea typeface="Microsoft YaHei" pitchFamily="2"/>
                <a:cs typeface="Arial" pitchFamily="2"/>
              </a:rPr>
              <a:t>ekscitacije</a:t>
            </a:r>
            <a:endParaRPr lang="en-US" sz="1800" b="0" i="0" u="none" strike="noStrike" kern="1200" cap="none" dirty="0">
              <a:ln>
                <a:noFill/>
              </a:ln>
              <a:latin typeface="Rubik Light" pitchFamily="18"/>
              <a:ea typeface="Microsoft YaHei" pitchFamily="2"/>
              <a:cs typeface="Arial" pitchFamily="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page2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FF228-DD6C-E694-F6A0-D80323172E3D}"/>
              </a:ext>
            </a:extLst>
          </p:cNvPr>
          <p:cNvSpPr txBox="1">
            <a:spLocks noGrp="1"/>
          </p:cNvSpPr>
          <p:nvPr>
            <p:ph type="title" idx="4294967295"/>
          </p:nvPr>
        </p:nvSpPr>
        <p:spPr/>
        <p:txBody>
          <a:bodyPr vert="horz"/>
          <a:lstStyle/>
          <a:p>
            <a:pPr lvl="0"/>
            <a:r>
              <a:rPr lang="en-US"/>
              <a:t>Koherentno rasejanje</a:t>
            </a:r>
          </a:p>
        </p:txBody>
      </p:sp>
      <p:sp>
        <p:nvSpPr>
          <p:cNvPr id="3" name="Text Placeholder 2">
            <a:extLst>
              <a:ext uri="{FF2B5EF4-FFF2-40B4-BE49-F238E27FC236}">
                <a16:creationId xmlns:a16="http://schemas.microsoft.com/office/drawing/2014/main" id="{7DC47E79-F41E-C507-D82B-C8961B6BC60B}"/>
              </a:ext>
            </a:extLst>
          </p:cNvPr>
          <p:cNvSpPr txBox="1">
            <a:spLocks noGrp="1"/>
          </p:cNvSpPr>
          <p:nvPr>
            <p:ph type="body" idx="4294967295"/>
          </p:nvPr>
        </p:nvSpPr>
        <p:spPr/>
        <p:txBody>
          <a:bodyPr/>
          <a:lstStyle/>
          <a:p>
            <a:pPr lvl="0">
              <a:spcBef>
                <a:spcPts val="0"/>
              </a:spcBef>
              <a:spcAft>
                <a:spcPts val="1582"/>
              </a:spcAft>
            </a:pPr>
            <a:r>
              <a:rPr lang="en-US"/>
              <a:t>Mi još uvek ni ne znamo da spektralna linija može da emituje i apsorbuje na opsegu talasnih dužina</a:t>
            </a:r>
          </a:p>
          <a:p>
            <a:pPr lvl="0">
              <a:spcBef>
                <a:spcPts val="0"/>
              </a:spcBef>
              <a:spcAft>
                <a:spcPts val="1582"/>
              </a:spcAft>
            </a:pPr>
            <a:r>
              <a:rPr lang="en-US"/>
              <a:t>Možemo da zamislimo da je onaj profil u stvari </a:t>
            </a:r>
            <a:r>
              <a:rPr lang="en-US" b="1"/>
              <a:t>delta funkcija</a:t>
            </a:r>
          </a:p>
          <a:p>
            <a:pPr lvl="0">
              <a:spcBef>
                <a:spcPts val="0"/>
              </a:spcBef>
              <a:spcAft>
                <a:spcPts val="1582"/>
              </a:spcAft>
            </a:pPr>
            <a:r>
              <a:rPr lang="en-US"/>
              <a:t>Dalje, pretpostavljamo da su fotoni su rasejani izotropno, znači odakle god dodju, ravnomerno se rasejavaju svuda</a:t>
            </a:r>
          </a:p>
          <a:p>
            <a:pPr lvl="0">
              <a:spcBef>
                <a:spcPts val="0"/>
              </a:spcBef>
              <a:spcAft>
                <a:spcPts val="1582"/>
              </a:spcAft>
            </a:pPr>
            <a:r>
              <a:rPr lang="en-US"/>
              <a:t>Ovo uopšte i ne mora da bude spektralna linija, može da bude npr. </a:t>
            </a:r>
            <a:r>
              <a:rPr lang="en-US" b="1"/>
              <a:t>Tomsonovo </a:t>
            </a:r>
            <a:r>
              <a:rPr lang="en-US"/>
              <a:t>ili </a:t>
            </a:r>
            <a:r>
              <a:rPr lang="en-US" b="1"/>
              <a:t>Rejlijevo </a:t>
            </a:r>
            <a:r>
              <a:rPr lang="en-US"/>
              <a:t>rasejanje</a:t>
            </a:r>
          </a:p>
          <a:p>
            <a:pPr lvl="0">
              <a:spcBef>
                <a:spcPts val="0"/>
              </a:spcBef>
              <a:spcAft>
                <a:spcPts val="1582"/>
              </a:spcAft>
            </a:pPr>
            <a:r>
              <a:rPr lang="en-US"/>
              <a:t>Hajde da se uverimo da je verovatnoća za apsorpciju:</a:t>
            </a:r>
          </a:p>
          <a:p>
            <a:pPr lvl="0">
              <a:spcBef>
                <a:spcPts val="0"/>
              </a:spcBef>
              <a:spcAft>
                <a:spcPts val="1582"/>
              </a:spcAft>
            </a:pPr>
            <a:r>
              <a:rPr lang="en-US"/>
              <a:t>Gde indeksi a i s stoje za apsorpciju i rasejanje (scattering)</a:t>
            </a:r>
          </a:p>
        </p:txBody>
      </p:sp>
      <p:pic>
        <p:nvPicPr>
          <p:cNvPr id="4" name="">
            <a:extLst>
              <a:ext uri="{FF2B5EF4-FFF2-40B4-BE49-F238E27FC236}">
                <a16:creationId xmlns:a16="http://schemas.microsoft.com/office/drawing/2014/main" id="{57415AD4-5BB1-4CDE-8B21-FF78CF08558F}"/>
              </a:ext>
            </a:extLst>
          </p:cNvPr>
          <p:cNvPicPr>
            <a:picLocks noChangeAspect="1"/>
          </p:cNvPicPr>
          <p:nvPr/>
        </p:nvPicPr>
        <p:blipFill>
          <a:blip r:embed="rId3">
            <a:lum/>
            <a:alphaModFix/>
          </a:blip>
          <a:srcRect/>
          <a:stretch>
            <a:fillRect/>
          </a:stretch>
        </p:blipFill>
        <p:spPr>
          <a:xfrm>
            <a:off x="6539400" y="3445200"/>
            <a:ext cx="1461599" cy="669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page2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A9FEE-829C-5A4D-7A82-88EBB89F126E}"/>
              </a:ext>
            </a:extLst>
          </p:cNvPr>
          <p:cNvSpPr txBox="1">
            <a:spLocks noGrp="1"/>
          </p:cNvSpPr>
          <p:nvPr>
            <p:ph type="title" idx="4294967295"/>
          </p:nvPr>
        </p:nvSpPr>
        <p:spPr/>
        <p:txBody>
          <a:bodyPr vert="horz">
            <a:spAutoFit/>
          </a:bodyPr>
          <a:lstStyle/>
          <a:p>
            <a:pPr lvl="0"/>
            <a:r>
              <a:rPr lang="en-US"/>
              <a:t>U kom slučaju ćemo videti više rasejanih fotona?</a:t>
            </a:r>
          </a:p>
        </p:txBody>
      </p:sp>
      <p:sp>
        <p:nvSpPr>
          <p:cNvPr id="3" name="Text Placeholder 2">
            <a:extLst>
              <a:ext uri="{FF2B5EF4-FFF2-40B4-BE49-F238E27FC236}">
                <a16:creationId xmlns:a16="http://schemas.microsoft.com/office/drawing/2014/main" id="{B8C887C7-1BED-1A1C-41D5-966DC0D42650}"/>
              </a:ext>
            </a:extLst>
          </p:cNvPr>
          <p:cNvSpPr txBox="1">
            <a:spLocks noGrp="1"/>
          </p:cNvSpPr>
          <p:nvPr>
            <p:ph type="body" idx="4294967295"/>
          </p:nvPr>
        </p:nvSpPr>
        <p:spPr/>
        <p:txBody>
          <a:bodyPr/>
          <a:lstStyle/>
          <a:p>
            <a:pPr lvl="0">
              <a:spcBef>
                <a:spcPts val="0"/>
              </a:spcBef>
              <a:spcAft>
                <a:spcPts val="1582"/>
              </a:spcAft>
            </a:pPr>
            <a:r>
              <a:rPr lang="en-US"/>
              <a:t>Ili: U kom slučaju će emisija usled rasejanja biti veća. </a:t>
            </a:r>
            <a:br>
              <a:rPr lang="en-US"/>
            </a:br>
            <a:r>
              <a:rPr lang="en-US" b="1"/>
              <a:t>(Par minuta da prodiskutujemo emisiju)</a:t>
            </a:r>
          </a:p>
        </p:txBody>
      </p:sp>
      <p:pic>
        <p:nvPicPr>
          <p:cNvPr id="4" name="">
            <a:extLst>
              <a:ext uri="{FF2B5EF4-FFF2-40B4-BE49-F238E27FC236}">
                <a16:creationId xmlns:a16="http://schemas.microsoft.com/office/drawing/2014/main" id="{39A1D629-2CE2-30D8-FAA7-7C6E8308CD05}"/>
              </a:ext>
            </a:extLst>
          </p:cNvPr>
          <p:cNvPicPr>
            <a:picLocks noChangeAspect="1"/>
          </p:cNvPicPr>
          <p:nvPr/>
        </p:nvPicPr>
        <p:blipFill>
          <a:blip r:embed="rId3">
            <a:lum/>
            <a:alphaModFix/>
          </a:blip>
          <a:srcRect/>
          <a:stretch>
            <a:fillRect/>
          </a:stretch>
        </p:blipFill>
        <p:spPr>
          <a:xfrm>
            <a:off x="914039" y="1619640"/>
            <a:ext cx="8019720" cy="404963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page2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BF165-5EE5-A70C-C90C-5326FC298A55}"/>
              </a:ext>
            </a:extLst>
          </p:cNvPr>
          <p:cNvSpPr txBox="1">
            <a:spLocks noGrp="1"/>
          </p:cNvSpPr>
          <p:nvPr>
            <p:ph type="title" idx="4294967295"/>
          </p:nvPr>
        </p:nvSpPr>
        <p:spPr/>
        <p:txBody>
          <a:bodyPr vert="horz">
            <a:spAutoFit/>
          </a:bodyPr>
          <a:lstStyle/>
          <a:p>
            <a:pPr lvl="0"/>
            <a:r>
              <a:rPr lang="en-US"/>
              <a:t>Koeficijent emisije u kontinuumu usled rasejanja</a:t>
            </a:r>
          </a:p>
        </p:txBody>
      </p:sp>
      <p:sp>
        <p:nvSpPr>
          <p:cNvPr id="3" name="Text Placeholder 2">
            <a:extLst>
              <a:ext uri="{FF2B5EF4-FFF2-40B4-BE49-F238E27FC236}">
                <a16:creationId xmlns:a16="http://schemas.microsoft.com/office/drawing/2014/main" id="{E330E153-62C1-CCBE-AF68-58FC0F19B9AD}"/>
              </a:ext>
            </a:extLst>
          </p:cNvPr>
          <p:cNvSpPr txBox="1">
            <a:spLocks noGrp="1"/>
          </p:cNvSpPr>
          <p:nvPr>
            <p:ph type="body" idx="4294967295"/>
          </p:nvPr>
        </p:nvSpPr>
        <p:spPr/>
        <p:txBody>
          <a:bodyPr/>
          <a:lstStyle/>
          <a:p>
            <a:pPr lvl="0">
              <a:spcBef>
                <a:spcPts val="0"/>
              </a:spcBef>
              <a:spcAft>
                <a:spcPts val="1582"/>
              </a:spcAft>
            </a:pPr>
            <a:r>
              <a:rPr lang="en-US"/>
              <a:t>Hajde da nadjemo ukupnu rasejanu energiju:</a:t>
            </a:r>
          </a:p>
        </p:txBody>
      </p:sp>
      <p:pic>
        <p:nvPicPr>
          <p:cNvPr id="4" name="">
            <a:extLst>
              <a:ext uri="{FF2B5EF4-FFF2-40B4-BE49-F238E27FC236}">
                <a16:creationId xmlns:a16="http://schemas.microsoft.com/office/drawing/2014/main" id="{96E55E89-26E3-B95F-5B1C-8E8C05BAE1EC}"/>
              </a:ext>
            </a:extLst>
          </p:cNvPr>
          <p:cNvPicPr>
            <a:picLocks noChangeAspect="1"/>
          </p:cNvPicPr>
          <p:nvPr/>
        </p:nvPicPr>
        <p:blipFill>
          <a:blip r:embed="rId3">
            <a:lum/>
            <a:alphaModFix/>
          </a:blip>
          <a:srcRect/>
          <a:stretch>
            <a:fillRect/>
          </a:stretch>
        </p:blipFill>
        <p:spPr>
          <a:xfrm>
            <a:off x="1929599" y="1677599"/>
            <a:ext cx="6217200" cy="2437200"/>
          </a:xfrm>
          <a:prstGeom prst="rect">
            <a:avLst/>
          </a:prstGeom>
          <a:noFill/>
          <a:ln>
            <a:noFill/>
          </a:ln>
        </p:spPr>
      </p:pic>
      <p:sp>
        <p:nvSpPr>
          <p:cNvPr id="5" name="Freeform: Shape 4">
            <a:extLst>
              <a:ext uri="{FF2B5EF4-FFF2-40B4-BE49-F238E27FC236}">
                <a16:creationId xmlns:a16="http://schemas.microsoft.com/office/drawing/2014/main" id="{E23E1BDF-7C81-5436-C0FD-EA494AFE1671}"/>
              </a:ext>
            </a:extLst>
          </p:cNvPr>
          <p:cNvSpPr/>
          <p:nvPr/>
        </p:nvSpPr>
        <p:spPr>
          <a:xfrm>
            <a:off x="2730600" y="3778200"/>
            <a:ext cx="1384200" cy="457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8160">
            <a:solidFill>
              <a:srgbClr val="8D281E"/>
            </a:solidFill>
            <a:prstDash val="solid"/>
          </a:ln>
        </p:spPr>
        <p:txBody>
          <a:bodyPr vert="horz" wrap="none" lIns="109080" tIns="64080" rIns="109080" bIns="64080" anchor="ctr" anchorCtr="0"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6" name="TextBox 5">
            <a:extLst>
              <a:ext uri="{FF2B5EF4-FFF2-40B4-BE49-F238E27FC236}">
                <a16:creationId xmlns:a16="http://schemas.microsoft.com/office/drawing/2014/main" id="{8F39A67B-A506-21F4-57A7-8DDEC27EECAF}"/>
              </a:ext>
            </a:extLst>
          </p:cNvPr>
          <p:cNvSpPr txBox="1"/>
          <p:nvPr/>
        </p:nvSpPr>
        <p:spPr>
          <a:xfrm>
            <a:off x="4572000" y="4124520"/>
            <a:ext cx="1828800" cy="90468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Rubik Light" pitchFamily="18"/>
                <a:ea typeface="Microsoft YaHei" pitchFamily="2"/>
                <a:cs typeface="Arial" pitchFamily="2"/>
              </a:rPr>
              <a:t>Ponovo smo dobili srednji intenzitet!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age2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0D9E4-BD3E-B8DF-1D17-41490A99ADE4}"/>
              </a:ext>
            </a:extLst>
          </p:cNvPr>
          <p:cNvSpPr txBox="1">
            <a:spLocks noGrp="1"/>
          </p:cNvSpPr>
          <p:nvPr>
            <p:ph type="title" idx="4294967295"/>
          </p:nvPr>
        </p:nvSpPr>
        <p:spPr/>
        <p:txBody>
          <a:bodyPr vert="horz">
            <a:spAutoFit/>
          </a:bodyPr>
          <a:lstStyle/>
          <a:p>
            <a:pPr lvl="0"/>
            <a:r>
              <a:rPr lang="en-US" dirty="0"/>
              <a:t>Ako </a:t>
            </a:r>
            <a:r>
              <a:rPr lang="en-US" dirty="0" err="1"/>
              <a:t>ovo</a:t>
            </a:r>
            <a:r>
              <a:rPr lang="en-US" dirty="0"/>
              <a:t> </a:t>
            </a:r>
            <a:r>
              <a:rPr lang="en-US" dirty="0" err="1"/>
              <a:t>sada</a:t>
            </a:r>
            <a:r>
              <a:rPr lang="en-US" dirty="0"/>
              <a:t> </a:t>
            </a:r>
            <a:r>
              <a:rPr lang="en-US" dirty="0" err="1"/>
              <a:t>zamenimo</a:t>
            </a:r>
            <a:r>
              <a:rPr lang="en-US" dirty="0"/>
              <a:t> </a:t>
            </a:r>
            <a:r>
              <a:rPr lang="en-US" dirty="0" err="1"/>
              <a:t>nazad</a:t>
            </a:r>
            <a:r>
              <a:rPr lang="en-US" dirty="0"/>
              <a:t> u JPZ:</a:t>
            </a:r>
          </a:p>
        </p:txBody>
      </p:sp>
      <p:sp>
        <p:nvSpPr>
          <p:cNvPr id="3" name="Text Placeholder 2">
            <a:extLst>
              <a:ext uri="{FF2B5EF4-FFF2-40B4-BE49-F238E27FC236}">
                <a16:creationId xmlns:a16="http://schemas.microsoft.com/office/drawing/2014/main" id="{294D1F13-A8F4-590C-9990-8059695F9C3E}"/>
              </a:ext>
            </a:extLst>
          </p:cNvPr>
          <p:cNvSpPr txBox="1">
            <a:spLocks noGrp="1"/>
          </p:cNvSpPr>
          <p:nvPr>
            <p:ph type="body" idx="4294967295"/>
          </p:nvPr>
        </p:nvSpPr>
        <p:spPr/>
        <p:txBody>
          <a:bodyPr/>
          <a:lstStyle/>
          <a:p>
            <a:pPr lvl="0">
              <a:spcBef>
                <a:spcPts val="0"/>
              </a:spcBef>
              <a:spcAft>
                <a:spcPts val="1582"/>
              </a:spcAft>
            </a:pPr>
            <a:r>
              <a:rPr lang="en-US"/>
              <a:t>Dobijamo integro-diferencijalnu jednačinu:</a:t>
            </a:r>
            <a:br>
              <a:rPr lang="en-US"/>
            </a:br>
            <a:br>
              <a:rPr lang="en-US"/>
            </a:br>
            <a:br>
              <a:rPr lang="en-US"/>
            </a:br>
            <a:br>
              <a:rPr lang="en-US"/>
            </a:br>
            <a:br>
              <a:rPr lang="en-US"/>
            </a:br>
            <a:br>
              <a:rPr lang="en-US"/>
            </a:br>
            <a:br>
              <a:rPr lang="en-US"/>
            </a:br>
            <a:br>
              <a:rPr lang="en-US"/>
            </a:br>
            <a:endParaRPr lang="en-US"/>
          </a:p>
          <a:p>
            <a:pPr lvl="0">
              <a:spcBef>
                <a:spcPts val="0"/>
              </a:spcBef>
              <a:spcAft>
                <a:spcPts val="1582"/>
              </a:spcAft>
            </a:pPr>
            <a:r>
              <a:rPr lang="en-US"/>
              <a:t>Slično kao problem ravnoteže zračenja samo smo sada fiksirani na jednu talasnu dužinu.</a:t>
            </a:r>
          </a:p>
        </p:txBody>
      </p:sp>
      <p:pic>
        <p:nvPicPr>
          <p:cNvPr id="4" name="">
            <a:extLst>
              <a:ext uri="{FF2B5EF4-FFF2-40B4-BE49-F238E27FC236}">
                <a16:creationId xmlns:a16="http://schemas.microsoft.com/office/drawing/2014/main" id="{8A6C1032-F1EC-93D5-DD92-6CDD472C5BB0}"/>
              </a:ext>
            </a:extLst>
          </p:cNvPr>
          <p:cNvPicPr>
            <a:picLocks noChangeAspect="1"/>
          </p:cNvPicPr>
          <p:nvPr/>
        </p:nvPicPr>
        <p:blipFill>
          <a:blip r:embed="rId3">
            <a:lum/>
            <a:alphaModFix/>
          </a:blip>
          <a:srcRect/>
          <a:stretch>
            <a:fillRect/>
          </a:stretch>
        </p:blipFill>
        <p:spPr>
          <a:xfrm>
            <a:off x="2712600" y="2044800"/>
            <a:ext cx="4651200" cy="792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page2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B472F-CFAE-755B-256F-A271144B1BCD}"/>
              </a:ext>
            </a:extLst>
          </p:cNvPr>
          <p:cNvSpPr txBox="1">
            <a:spLocks noGrp="1"/>
          </p:cNvSpPr>
          <p:nvPr>
            <p:ph type="title" idx="4294967295"/>
          </p:nvPr>
        </p:nvSpPr>
        <p:spPr>
          <a:xfrm>
            <a:off x="288360" y="82080"/>
            <a:ext cx="9541800" cy="603720"/>
          </a:xfrm>
        </p:spPr>
        <p:txBody>
          <a:bodyPr vert="horz">
            <a:spAutoFit/>
          </a:bodyPr>
          <a:lstStyle/>
          <a:p>
            <a:pPr lvl="0"/>
            <a:r>
              <a:rPr lang="en-US"/>
              <a:t>Nazad na rasejanje u linijama</a:t>
            </a:r>
          </a:p>
        </p:txBody>
      </p:sp>
      <p:sp>
        <p:nvSpPr>
          <p:cNvPr id="3" name="Text Placeholder 2">
            <a:extLst>
              <a:ext uri="{FF2B5EF4-FFF2-40B4-BE49-F238E27FC236}">
                <a16:creationId xmlns:a16="http://schemas.microsoft.com/office/drawing/2014/main" id="{94A7B717-529C-B006-6310-CF60E97B6FCE}"/>
              </a:ext>
            </a:extLst>
          </p:cNvPr>
          <p:cNvSpPr txBox="1">
            <a:spLocks noGrp="1"/>
          </p:cNvSpPr>
          <p:nvPr>
            <p:ph type="body" idx="4294967295"/>
          </p:nvPr>
        </p:nvSpPr>
        <p:spPr>
          <a:xfrm>
            <a:off x="288360" y="3429000"/>
            <a:ext cx="9541800" cy="2057400"/>
          </a:xfrm>
        </p:spPr>
        <p:txBody>
          <a:bodyPr/>
          <a:lstStyle/>
          <a:p>
            <a:pPr lvl="0">
              <a:spcBef>
                <a:spcPts val="0"/>
              </a:spcBef>
              <a:spcAft>
                <a:spcPts val="1582"/>
              </a:spcAft>
            </a:pPr>
            <a:r>
              <a:rPr lang="en-US"/>
              <a:t>Možemo da pretpostavimo (videćemo kasnije da ima boljih pretpostavki), da će se linija ponašati isto kao kontinuum, samo sa malo drugačijim (ali konceptualno istim) izrazom za epsilon:</a:t>
            </a:r>
          </a:p>
        </p:txBody>
      </p:sp>
      <p:pic>
        <p:nvPicPr>
          <p:cNvPr id="4" name="">
            <a:extLst>
              <a:ext uri="{FF2B5EF4-FFF2-40B4-BE49-F238E27FC236}">
                <a16:creationId xmlns:a16="http://schemas.microsoft.com/office/drawing/2014/main" id="{752FF44A-AD3A-2A72-833C-95CCFA20B421}"/>
              </a:ext>
            </a:extLst>
          </p:cNvPr>
          <p:cNvPicPr>
            <a:picLocks noChangeAspect="1"/>
          </p:cNvPicPr>
          <p:nvPr/>
        </p:nvPicPr>
        <p:blipFill>
          <a:blip r:embed="rId3">
            <a:lum/>
            <a:alphaModFix/>
          </a:blip>
          <a:srcRect/>
          <a:stretch>
            <a:fillRect/>
          </a:stretch>
        </p:blipFill>
        <p:spPr>
          <a:xfrm>
            <a:off x="4515480" y="4572000"/>
            <a:ext cx="4628880" cy="847439"/>
          </a:xfrm>
          <a:prstGeom prst="rect">
            <a:avLst/>
          </a:prstGeom>
          <a:noFill/>
          <a:ln w="29160">
            <a:solidFill>
              <a:srgbClr val="3465A4"/>
            </a:solidFill>
            <a:prstDash val="solid"/>
          </a:ln>
        </p:spPr>
      </p:pic>
      <p:pic>
        <p:nvPicPr>
          <p:cNvPr id="5" name="">
            <a:extLst>
              <a:ext uri="{FF2B5EF4-FFF2-40B4-BE49-F238E27FC236}">
                <a16:creationId xmlns:a16="http://schemas.microsoft.com/office/drawing/2014/main" id="{18F4A618-9A2D-6A40-D01D-DF975029916F}"/>
              </a:ext>
            </a:extLst>
          </p:cNvPr>
          <p:cNvPicPr>
            <a:picLocks noChangeAspect="1"/>
          </p:cNvPicPr>
          <p:nvPr/>
        </p:nvPicPr>
        <p:blipFill>
          <a:blip r:embed="rId4">
            <a:lum/>
            <a:alphaModFix/>
          </a:blip>
          <a:srcRect/>
          <a:stretch>
            <a:fillRect/>
          </a:stretch>
        </p:blipFill>
        <p:spPr>
          <a:xfrm>
            <a:off x="646200" y="1143360"/>
            <a:ext cx="4114440" cy="1581480"/>
          </a:xfrm>
          <a:prstGeom prst="rect">
            <a:avLst/>
          </a:prstGeom>
          <a:noFill/>
          <a:ln>
            <a:noFill/>
          </a:ln>
        </p:spPr>
      </p:pic>
      <p:pic>
        <p:nvPicPr>
          <p:cNvPr id="6" name="">
            <a:extLst>
              <a:ext uri="{FF2B5EF4-FFF2-40B4-BE49-F238E27FC236}">
                <a16:creationId xmlns:a16="http://schemas.microsoft.com/office/drawing/2014/main" id="{76CD25F1-651B-928E-86CA-158D0E2DD52D}"/>
              </a:ext>
            </a:extLst>
          </p:cNvPr>
          <p:cNvPicPr>
            <a:picLocks noChangeAspect="1"/>
          </p:cNvPicPr>
          <p:nvPr/>
        </p:nvPicPr>
        <p:blipFill>
          <a:blip r:embed="rId5">
            <a:lum/>
            <a:alphaModFix/>
          </a:blip>
          <a:srcRect/>
          <a:stretch>
            <a:fillRect/>
          </a:stretch>
        </p:blipFill>
        <p:spPr>
          <a:xfrm>
            <a:off x="5487120" y="1143000"/>
            <a:ext cx="4114440" cy="1654560"/>
          </a:xfrm>
          <a:prstGeom prst="rect">
            <a:avLst/>
          </a:prstGeom>
          <a:noFill/>
          <a:ln>
            <a:noFill/>
          </a:ln>
        </p:spPr>
      </p:pic>
      <p:sp>
        <p:nvSpPr>
          <p:cNvPr id="7" name="Straight Connector 6">
            <a:extLst>
              <a:ext uri="{FF2B5EF4-FFF2-40B4-BE49-F238E27FC236}">
                <a16:creationId xmlns:a16="http://schemas.microsoft.com/office/drawing/2014/main" id="{D4A3AE5F-ECC9-547C-A54E-A47DFE50F347}"/>
              </a:ext>
            </a:extLst>
          </p:cNvPr>
          <p:cNvSpPr/>
          <p:nvPr/>
        </p:nvSpPr>
        <p:spPr>
          <a:xfrm>
            <a:off x="3200400" y="4800600"/>
            <a:ext cx="2285999" cy="0"/>
          </a:xfrm>
          <a:prstGeom prst="line">
            <a:avLst/>
          </a:prstGeom>
          <a:noFill/>
          <a:ln w="0">
            <a:solidFill>
              <a:srgbClr val="3465A4"/>
            </a:solidFill>
            <a:prstDash val="solid"/>
            <a:tailEnd type="arrow"/>
          </a:ln>
        </p:spPr>
        <p:txBody>
          <a:bodyPr vert="horz" wrap="none" lIns="90000" tIns="45000" rIns="90000" bIns="45000" anchor="ctr" anchorCtr="0" compatLnSpc="0"/>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8" name="TextBox 7">
            <a:extLst>
              <a:ext uri="{FF2B5EF4-FFF2-40B4-BE49-F238E27FC236}">
                <a16:creationId xmlns:a16="http://schemas.microsoft.com/office/drawing/2014/main" id="{303E2DFF-74F8-8549-EA94-AF7E11E2EF2C}"/>
              </a:ext>
            </a:extLst>
          </p:cNvPr>
          <p:cNvSpPr txBox="1"/>
          <p:nvPr/>
        </p:nvSpPr>
        <p:spPr>
          <a:xfrm>
            <a:off x="1600200" y="4343400"/>
            <a:ext cx="1706137" cy="904680"/>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dirty="0" err="1">
                <a:ln>
                  <a:noFill/>
                </a:ln>
                <a:latin typeface="Rubik Light" pitchFamily="18"/>
                <a:ea typeface="Microsoft YaHei" pitchFamily="2"/>
                <a:cs typeface="Arial" pitchFamily="2"/>
              </a:rPr>
              <a:t>Učestanost</a:t>
            </a:r>
            <a:r>
              <a:rPr lang="en-US" sz="1800" b="0" i="0" u="none" strike="noStrike" kern="1200" cap="none" dirty="0">
                <a:ln>
                  <a:noFill/>
                </a:ln>
                <a:latin typeface="Rubik Light" pitchFamily="18"/>
                <a:ea typeface="Microsoft YaHei" pitchFamily="2"/>
                <a:cs typeface="Arial" pitchFamily="2"/>
              </a:rPr>
              <a:t> </a:t>
            </a:r>
            <a:r>
              <a:rPr lang="en-US" sz="1800" b="0" i="0" u="none" strike="noStrike" kern="1200" cap="none" dirty="0" err="1">
                <a:ln>
                  <a:noFill/>
                </a:ln>
                <a:latin typeface="Rubik Light" pitchFamily="18"/>
                <a:ea typeface="Microsoft YaHei" pitchFamily="2"/>
                <a:cs typeface="Arial" pitchFamily="2"/>
              </a:rPr>
              <a:t>sudarne</a:t>
            </a:r>
            <a:r>
              <a:rPr lang="en-US" sz="1800" b="0" i="0" u="none" strike="noStrike" kern="1200" cap="none" dirty="0">
                <a:ln>
                  <a:noFill/>
                </a:ln>
                <a:latin typeface="Rubik Light" pitchFamily="18"/>
                <a:ea typeface="Microsoft YaHei" pitchFamily="2"/>
                <a:cs typeface="Arial" pitchFamily="2"/>
              </a:rPr>
              <a:t> de-</a:t>
            </a:r>
            <a:r>
              <a:rPr lang="en-US" sz="1800" b="0" i="0" u="none" strike="noStrike" kern="1200" cap="none" dirty="0" err="1">
                <a:ln>
                  <a:noFill/>
                </a:ln>
                <a:latin typeface="Rubik Light" pitchFamily="18"/>
                <a:ea typeface="Microsoft YaHei" pitchFamily="2"/>
                <a:cs typeface="Arial" pitchFamily="2"/>
              </a:rPr>
              <a:t>ekscitacije</a:t>
            </a:r>
            <a:endParaRPr lang="en-US" sz="1800" b="0" i="0" u="none" strike="noStrike" kern="1200" cap="none" dirty="0">
              <a:ln>
                <a:noFill/>
              </a:ln>
              <a:latin typeface="Rubik Light" pitchFamily="18"/>
              <a:ea typeface="Microsoft YaHei" pitchFamily="2"/>
              <a:cs typeface="Arial" pitchFamily="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page3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885C-10C1-8D5A-8C29-0E079FA9C6E5}"/>
              </a:ext>
            </a:extLst>
          </p:cNvPr>
          <p:cNvSpPr txBox="1">
            <a:spLocks noGrp="1"/>
          </p:cNvSpPr>
          <p:nvPr>
            <p:ph type="title" idx="4294967295"/>
          </p:nvPr>
        </p:nvSpPr>
        <p:spPr/>
        <p:txBody>
          <a:bodyPr vert="horz">
            <a:spAutoFit/>
          </a:bodyPr>
          <a:lstStyle/>
          <a:p>
            <a:pPr lvl="0"/>
            <a:r>
              <a:rPr lang="en-US"/>
              <a:t>(Klasični) modeli formiranja spektralnih linija</a:t>
            </a:r>
          </a:p>
        </p:txBody>
      </p:sp>
      <p:sp>
        <p:nvSpPr>
          <p:cNvPr id="3" name="Text Placeholder 2">
            <a:extLst>
              <a:ext uri="{FF2B5EF4-FFF2-40B4-BE49-F238E27FC236}">
                <a16:creationId xmlns:a16="http://schemas.microsoft.com/office/drawing/2014/main" id="{BFDB50FD-5C26-3811-0391-1AF18BB8E8BB}"/>
              </a:ext>
            </a:extLst>
          </p:cNvPr>
          <p:cNvSpPr txBox="1">
            <a:spLocks noGrp="1"/>
          </p:cNvSpPr>
          <p:nvPr>
            <p:ph type="body" idx="4294967295"/>
          </p:nvPr>
        </p:nvSpPr>
        <p:spPr/>
        <p:txBody>
          <a:bodyPr/>
          <a:lstStyle/>
          <a:p>
            <a:pPr lvl="0">
              <a:spcBef>
                <a:spcPts val="0"/>
              </a:spcBef>
              <a:spcAft>
                <a:spcPts val="1582"/>
              </a:spcAft>
            </a:pPr>
            <a:r>
              <a:rPr lang="en-US"/>
              <a:t>Termalna emisija i apsorpcija (Schwartzshield, 1914):</a:t>
            </a:r>
            <a:br>
              <a:rPr lang="en-US"/>
            </a:br>
            <a:br>
              <a:rPr lang="en-US"/>
            </a:br>
            <a:br>
              <a:rPr lang="en-US"/>
            </a:br>
            <a:endParaRPr lang="en-US"/>
          </a:p>
          <a:p>
            <a:pPr lvl="0">
              <a:spcBef>
                <a:spcPts val="0"/>
              </a:spcBef>
              <a:spcAft>
                <a:spcPts val="1582"/>
              </a:spcAft>
            </a:pPr>
            <a:r>
              <a:rPr lang="en-US"/>
              <a:t>Izotropno i koherentno rasejanje (Shuster, 1905): </a:t>
            </a:r>
            <a:br>
              <a:rPr lang="en-US"/>
            </a:br>
            <a:br>
              <a:rPr lang="en-US"/>
            </a:br>
            <a:br>
              <a:rPr lang="en-US"/>
            </a:br>
            <a:endParaRPr lang="en-US"/>
          </a:p>
          <a:p>
            <a:pPr lvl="0">
              <a:spcBef>
                <a:spcPts val="0"/>
              </a:spcBef>
              <a:spcAft>
                <a:spcPts val="1582"/>
              </a:spcAft>
            </a:pPr>
            <a:r>
              <a:rPr lang="en-US"/>
              <a:t>Milne-Eddingtonov model: </a:t>
            </a:r>
            <a:r>
              <a:rPr lang="en-US" b="1"/>
              <a:t>i termalni procesi i rasejanje (koherentno i izotropno)</a:t>
            </a:r>
            <a:br>
              <a:rPr lang="en-US" b="1"/>
            </a:br>
            <a:br>
              <a:rPr lang="en-US" b="1"/>
            </a:br>
            <a:br>
              <a:rPr lang="en-US" b="1"/>
            </a:br>
            <a:br>
              <a:rPr lang="en-US" b="1"/>
            </a:br>
            <a:br>
              <a:rPr lang="en-US" b="1"/>
            </a:br>
            <a:r>
              <a:rPr lang="en-US"/>
              <a:t>Videćemo da je jedino u ovom poslednjem slučaju funkcija izvora zavisna od lambda!</a:t>
            </a:r>
          </a:p>
        </p:txBody>
      </p:sp>
      <p:pic>
        <p:nvPicPr>
          <p:cNvPr id="4" name="">
            <a:extLst>
              <a:ext uri="{FF2B5EF4-FFF2-40B4-BE49-F238E27FC236}">
                <a16:creationId xmlns:a16="http://schemas.microsoft.com/office/drawing/2014/main" id="{A32D48D2-87A2-83A0-1270-EBBDA736A881}"/>
              </a:ext>
            </a:extLst>
          </p:cNvPr>
          <p:cNvPicPr>
            <a:picLocks noChangeAspect="1"/>
          </p:cNvPicPr>
          <p:nvPr/>
        </p:nvPicPr>
        <p:blipFill>
          <a:blip r:embed="rId3">
            <a:lum/>
            <a:alphaModFix/>
          </a:blip>
          <a:srcRect/>
          <a:stretch>
            <a:fillRect/>
          </a:stretch>
        </p:blipFill>
        <p:spPr>
          <a:xfrm>
            <a:off x="4471200" y="2743199"/>
            <a:ext cx="1015200" cy="385200"/>
          </a:xfrm>
          <a:prstGeom prst="rect">
            <a:avLst/>
          </a:prstGeom>
          <a:noFill/>
          <a:ln>
            <a:noFill/>
          </a:ln>
        </p:spPr>
      </p:pic>
      <p:pic>
        <p:nvPicPr>
          <p:cNvPr id="5" name="">
            <a:extLst>
              <a:ext uri="{FF2B5EF4-FFF2-40B4-BE49-F238E27FC236}">
                <a16:creationId xmlns:a16="http://schemas.microsoft.com/office/drawing/2014/main" id="{EB9FC170-671C-7C34-D1FD-C276C8BC3CF1}"/>
              </a:ext>
            </a:extLst>
          </p:cNvPr>
          <p:cNvPicPr>
            <a:picLocks noChangeAspect="1"/>
          </p:cNvPicPr>
          <p:nvPr/>
        </p:nvPicPr>
        <p:blipFill>
          <a:blip r:embed="rId4">
            <a:lum/>
            <a:alphaModFix/>
          </a:blip>
          <a:srcRect/>
          <a:stretch>
            <a:fillRect/>
          </a:stretch>
        </p:blipFill>
        <p:spPr>
          <a:xfrm>
            <a:off x="3504600" y="4150440"/>
            <a:ext cx="3067200" cy="385200"/>
          </a:xfrm>
          <a:prstGeom prst="rect">
            <a:avLst/>
          </a:prstGeom>
          <a:noFill/>
          <a:ln>
            <a:noFill/>
          </a:ln>
        </p:spPr>
      </p:pic>
      <p:pic>
        <p:nvPicPr>
          <p:cNvPr id="6" name="">
            <a:extLst>
              <a:ext uri="{FF2B5EF4-FFF2-40B4-BE49-F238E27FC236}">
                <a16:creationId xmlns:a16="http://schemas.microsoft.com/office/drawing/2014/main" id="{D85FDFF8-6396-0C45-9B62-9DCC6C14374D}"/>
              </a:ext>
            </a:extLst>
          </p:cNvPr>
          <p:cNvPicPr>
            <a:picLocks noChangeAspect="1"/>
          </p:cNvPicPr>
          <p:nvPr/>
        </p:nvPicPr>
        <p:blipFill>
          <a:blip r:embed="rId5">
            <a:lum/>
            <a:alphaModFix/>
          </a:blip>
          <a:srcRect/>
          <a:stretch>
            <a:fillRect/>
          </a:stretch>
        </p:blipFill>
        <p:spPr>
          <a:xfrm>
            <a:off x="4296600" y="1450440"/>
            <a:ext cx="1483199" cy="385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65C59F-B1DD-5178-4D66-8C38CFF28AEC}"/>
              </a:ext>
            </a:extLst>
          </p:cNvPr>
          <p:cNvPicPr>
            <a:picLocks noChangeAspect="1"/>
          </p:cNvPicPr>
          <p:nvPr/>
        </p:nvPicPr>
        <p:blipFill>
          <a:blip r:embed="rId2"/>
          <a:stretch>
            <a:fillRect/>
          </a:stretch>
        </p:blipFill>
        <p:spPr>
          <a:xfrm>
            <a:off x="417740" y="1197955"/>
            <a:ext cx="9241970" cy="4372080"/>
          </a:xfrm>
          <a:prstGeom prst="rect">
            <a:avLst/>
          </a:prstGeom>
        </p:spPr>
      </p:pic>
      <p:sp>
        <p:nvSpPr>
          <p:cNvPr id="4" name="Title 1">
            <a:extLst>
              <a:ext uri="{FF2B5EF4-FFF2-40B4-BE49-F238E27FC236}">
                <a16:creationId xmlns:a16="http://schemas.microsoft.com/office/drawing/2014/main" id="{7F1040B4-9AD0-72FD-90D4-806D7DD5C056}"/>
              </a:ext>
            </a:extLst>
          </p:cNvPr>
          <p:cNvSpPr txBox="1">
            <a:spLocks/>
          </p:cNvSpPr>
          <p:nvPr/>
        </p:nvSpPr>
        <p:spPr>
          <a:xfrm>
            <a:off x="365399" y="198914"/>
            <a:ext cx="9675360" cy="369332"/>
          </a:xfrm>
          <a:prstGeom prst="rect">
            <a:avLst/>
          </a:prstGeom>
          <a:noFill/>
          <a:ln>
            <a:noFill/>
          </a:ln>
        </p:spPr>
        <p:txBody>
          <a:bodyPr vert="horz" lIns="0" tIns="0" rIns="0" bIns="0" anchor="ctr">
            <a:spAutoFit/>
          </a:bodyPr>
          <a:lstStyle>
            <a:lvl1pPr algn="l" rtl="0" hangingPunct="0">
              <a:tabLst/>
              <a:defRPr lang="en-US" sz="2400" b="0" i="0" u="none" strike="noStrike" kern="1200" cap="none">
                <a:ln>
                  <a:noFill/>
                </a:ln>
                <a:highlight>
                  <a:scrgbClr r="0" g="0" b="0">
                    <a:alpha val="0"/>
                  </a:scrgbClr>
                </a:highlight>
                <a:latin typeface="Rubik" pitchFamily="2"/>
                <a:ea typeface="Microsoft YaHei" pitchFamily="2"/>
                <a:cs typeface="Arial" pitchFamily="2"/>
              </a:defRPr>
            </a:lvl1pPr>
          </a:lstStyle>
          <a:p>
            <a:r>
              <a:rPr lang="en-US" dirty="0">
                <a:solidFill>
                  <a:sysClr val="windowText" lastClr="000000"/>
                </a:solidFill>
              </a:rPr>
              <a:t>Za</a:t>
            </a:r>
            <a:r>
              <a:rPr lang="sr-Latn-RS" dirty="0">
                <a:solidFill>
                  <a:sysClr val="windowText" lastClr="000000"/>
                </a:solidFill>
              </a:rPr>
              <a:t>što rasejanje? Zato što su neke linije bile previše duboke.</a:t>
            </a:r>
            <a:endParaRPr lang="pl-PL" dirty="0">
              <a:solidFill>
                <a:sysClr val="windowText" lastClr="000000"/>
              </a:solidFill>
            </a:endParaRPr>
          </a:p>
        </p:txBody>
      </p:sp>
    </p:spTree>
    <p:extLst>
      <p:ext uri="{BB962C8B-B14F-4D97-AF65-F5344CB8AC3E}">
        <p14:creationId xmlns:p14="http://schemas.microsoft.com/office/powerpoint/2010/main" val="1045875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page3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9DE43-F70F-2DFF-D4AA-7EC20F494C10}"/>
              </a:ext>
            </a:extLst>
          </p:cNvPr>
          <p:cNvSpPr txBox="1">
            <a:spLocks noGrp="1"/>
          </p:cNvSpPr>
          <p:nvPr>
            <p:ph type="title" idx="4294967295"/>
          </p:nvPr>
        </p:nvSpPr>
        <p:spPr/>
        <p:txBody>
          <a:bodyPr vert="horz">
            <a:spAutoFit/>
          </a:bodyPr>
          <a:lstStyle/>
          <a:p>
            <a:pPr lvl="0"/>
            <a:r>
              <a:rPr lang="en-US"/>
              <a:t>Milne-Eddingtonov model</a:t>
            </a:r>
          </a:p>
        </p:txBody>
      </p:sp>
      <p:sp>
        <p:nvSpPr>
          <p:cNvPr id="3" name="Text Placeholder 2">
            <a:extLst>
              <a:ext uri="{FF2B5EF4-FFF2-40B4-BE49-F238E27FC236}">
                <a16:creationId xmlns:a16="http://schemas.microsoft.com/office/drawing/2014/main" id="{ABE6C2DF-3C22-FF26-0EAC-821F30CCD373}"/>
              </a:ext>
            </a:extLst>
          </p:cNvPr>
          <p:cNvSpPr txBox="1">
            <a:spLocks noGrp="1"/>
          </p:cNvSpPr>
          <p:nvPr>
            <p:ph type="body" idx="4294967295"/>
          </p:nvPr>
        </p:nvSpPr>
        <p:spPr/>
        <p:txBody>
          <a:bodyPr/>
          <a:lstStyle/>
          <a:p>
            <a:pPr lvl="0">
              <a:spcBef>
                <a:spcPts val="0"/>
              </a:spcBef>
              <a:spcAft>
                <a:spcPts val="1582"/>
              </a:spcAft>
            </a:pPr>
            <a:r>
              <a:rPr lang="en-US"/>
              <a:t>Zove se tako ne zato što pretpostavljamo linearnu funkciju izvora već zato što se rešava jako slično kao problem RZ (Milneov problem)</a:t>
            </a:r>
            <a:br>
              <a:rPr lang="en-US"/>
            </a:br>
            <a:br>
              <a:rPr lang="en-US"/>
            </a:br>
            <a:br>
              <a:rPr lang="en-US"/>
            </a:br>
            <a:endParaRPr lang="en-US"/>
          </a:p>
          <a:p>
            <a:pPr lvl="0">
              <a:spcBef>
                <a:spcPts val="0"/>
              </a:spcBef>
              <a:spcAft>
                <a:spcPts val="1582"/>
              </a:spcAft>
            </a:pPr>
            <a:r>
              <a:rPr lang="en-US"/>
              <a:t>Izvedimo izraz za funkciju izvora u liniji ako:</a:t>
            </a:r>
            <a:br>
              <a:rPr lang="en-US"/>
            </a:br>
            <a:br>
              <a:rPr lang="en-US"/>
            </a:br>
            <a:endParaRPr lang="en-US"/>
          </a:p>
          <a:p>
            <a:pPr lvl="0">
              <a:spcBef>
                <a:spcPts val="0"/>
              </a:spcBef>
              <a:spcAft>
                <a:spcPts val="1582"/>
              </a:spcAft>
            </a:pPr>
            <a:r>
              <a:rPr lang="en-US"/>
              <a:t>Da li sam svuda stavio dobre zavisnosti</a:t>
            </a:r>
            <a:br>
              <a:rPr lang="en-US"/>
            </a:br>
            <a:r>
              <a:rPr lang="en-US"/>
              <a:t>od talasne dužine?</a:t>
            </a:r>
          </a:p>
          <a:p>
            <a:pPr lvl="0">
              <a:spcBef>
                <a:spcPts val="0"/>
              </a:spcBef>
              <a:spcAft>
                <a:spcPts val="1582"/>
              </a:spcAft>
            </a:pPr>
            <a:r>
              <a:rPr lang="en-US"/>
              <a:t>Obratite pažnju da intenzitet i dalje </a:t>
            </a:r>
            <a:br>
              <a:rPr lang="en-US"/>
            </a:br>
            <a:r>
              <a:rPr lang="en-US" b="1"/>
              <a:t>zavisi od talasne dužine!</a:t>
            </a:r>
          </a:p>
        </p:txBody>
      </p:sp>
      <p:pic>
        <p:nvPicPr>
          <p:cNvPr id="4" name="">
            <a:extLst>
              <a:ext uri="{FF2B5EF4-FFF2-40B4-BE49-F238E27FC236}">
                <a16:creationId xmlns:a16="http://schemas.microsoft.com/office/drawing/2014/main" id="{16F06945-5604-9790-C474-0208C4ACB48B}"/>
              </a:ext>
            </a:extLst>
          </p:cNvPr>
          <p:cNvPicPr>
            <a:picLocks noChangeAspect="1"/>
          </p:cNvPicPr>
          <p:nvPr/>
        </p:nvPicPr>
        <p:blipFill>
          <a:blip r:embed="rId3">
            <a:lum/>
            <a:alphaModFix/>
          </a:blip>
          <a:srcRect/>
          <a:stretch>
            <a:fillRect/>
          </a:stretch>
        </p:blipFill>
        <p:spPr>
          <a:xfrm>
            <a:off x="3504600" y="1702440"/>
            <a:ext cx="3067200" cy="385200"/>
          </a:xfrm>
          <a:prstGeom prst="rect">
            <a:avLst/>
          </a:prstGeom>
          <a:noFill/>
          <a:ln>
            <a:noFill/>
          </a:ln>
        </p:spPr>
      </p:pic>
      <p:pic>
        <p:nvPicPr>
          <p:cNvPr id="5" name="">
            <a:extLst>
              <a:ext uri="{FF2B5EF4-FFF2-40B4-BE49-F238E27FC236}">
                <a16:creationId xmlns:a16="http://schemas.microsoft.com/office/drawing/2014/main" id="{D3E15C8A-7C44-097E-5C37-E83B69F65157}"/>
              </a:ext>
            </a:extLst>
          </p:cNvPr>
          <p:cNvPicPr>
            <a:picLocks noChangeAspect="1"/>
          </p:cNvPicPr>
          <p:nvPr/>
        </p:nvPicPr>
        <p:blipFill>
          <a:blip r:embed="rId4">
            <a:lum/>
            <a:alphaModFix/>
          </a:blip>
          <a:srcRect/>
          <a:stretch>
            <a:fillRect/>
          </a:stretch>
        </p:blipFill>
        <p:spPr>
          <a:xfrm>
            <a:off x="5628239" y="2647439"/>
            <a:ext cx="3211200" cy="27431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29D30-287B-731D-2F06-5BA873E69B43}"/>
              </a:ext>
            </a:extLst>
          </p:cNvPr>
          <p:cNvSpPr txBox="1">
            <a:spLocks noGrp="1"/>
          </p:cNvSpPr>
          <p:nvPr>
            <p:ph type="title" idx="4294967295"/>
          </p:nvPr>
        </p:nvSpPr>
        <p:spPr/>
        <p:txBody>
          <a:bodyPr vert="horz">
            <a:spAutoFit/>
          </a:bodyPr>
          <a:lstStyle/>
          <a:p>
            <a:pPr lvl="0"/>
            <a:r>
              <a:rPr lang="en-US" dirty="0"/>
              <a:t>Atom </a:t>
            </a:r>
            <a:r>
              <a:rPr lang="en-US" dirty="0" err="1"/>
              <a:t>sa</a:t>
            </a:r>
            <a:r>
              <a:rPr lang="en-US" dirty="0"/>
              <a:t> </a:t>
            </a:r>
            <a:r>
              <a:rPr lang="en-US" dirty="0" err="1"/>
              <a:t>dva</a:t>
            </a:r>
            <a:r>
              <a:rPr lang="en-US" dirty="0"/>
              <a:t> </a:t>
            </a:r>
            <a:r>
              <a:rPr lang="en-US" dirty="0" err="1"/>
              <a:t>nivoa</a:t>
            </a:r>
            <a:r>
              <a:rPr lang="en-US" dirty="0"/>
              <a:t> u ne-LTR</a:t>
            </a:r>
          </a:p>
        </p:txBody>
      </p:sp>
      <p:sp>
        <p:nvSpPr>
          <p:cNvPr id="3" name="Text Placeholder 2">
            <a:extLst>
              <a:ext uri="{FF2B5EF4-FFF2-40B4-BE49-F238E27FC236}">
                <a16:creationId xmlns:a16="http://schemas.microsoft.com/office/drawing/2014/main" id="{66D09327-21E2-143A-7507-C4DEA1B2820A}"/>
              </a:ext>
            </a:extLst>
          </p:cNvPr>
          <p:cNvSpPr txBox="1">
            <a:spLocks noGrp="1"/>
          </p:cNvSpPr>
          <p:nvPr>
            <p:ph type="body" idx="4294967295"/>
          </p:nvPr>
        </p:nvSpPr>
        <p:spPr/>
        <p:txBody>
          <a:bodyPr/>
          <a:lstStyle/>
          <a:p>
            <a:pPr lvl="0">
              <a:spcBef>
                <a:spcPts val="0"/>
              </a:spcBef>
              <a:spcAft>
                <a:spcPts val="1582"/>
              </a:spcAft>
            </a:pPr>
            <a:r>
              <a:rPr lang="en-US" dirty="0"/>
              <a:t>Opet </a:t>
            </a:r>
            <a:r>
              <a:rPr lang="en-US" dirty="0" err="1"/>
              <a:t>imamo</a:t>
            </a:r>
            <a:r>
              <a:rPr lang="en-US" dirty="0"/>
              <a:t> </a:t>
            </a:r>
            <a:r>
              <a:rPr lang="en-US" dirty="0" err="1"/>
              <a:t>spregnuće</a:t>
            </a:r>
            <a:r>
              <a:rPr lang="en-US" dirty="0"/>
              <a:t>. </a:t>
            </a:r>
            <a:r>
              <a:rPr lang="en-US" dirty="0" err="1"/>
              <a:t>Ovaj</a:t>
            </a:r>
            <a:r>
              <a:rPr lang="en-US" dirty="0"/>
              <a:t> put </a:t>
            </a:r>
            <a:r>
              <a:rPr lang="en-US" dirty="0" err="1"/>
              <a:t>spregnute</a:t>
            </a:r>
            <a:r>
              <a:rPr lang="en-US" dirty="0"/>
              <a:t> </a:t>
            </a:r>
            <a:r>
              <a:rPr lang="en-US" dirty="0" err="1"/>
              <a:t>su</a:t>
            </a:r>
            <a:r>
              <a:rPr lang="en-US" dirty="0"/>
              <a:t> JPZ </a:t>
            </a:r>
            <a:r>
              <a:rPr lang="en-US" dirty="0" err="1"/>
              <a:t>i</a:t>
            </a:r>
            <a:r>
              <a:rPr lang="en-US" dirty="0"/>
              <a:t> </a:t>
            </a:r>
            <a:r>
              <a:rPr lang="en-US" dirty="0" err="1"/>
              <a:t>jednačina</a:t>
            </a:r>
            <a:r>
              <a:rPr lang="sr-Latn-RS" dirty="0"/>
              <a:t> za funkciju izvora</a:t>
            </a:r>
            <a:endParaRPr lang="en-US" dirty="0"/>
          </a:p>
          <a:p>
            <a:pPr lvl="0">
              <a:spcBef>
                <a:spcPts val="0"/>
              </a:spcBef>
              <a:spcAft>
                <a:spcPts val="1582"/>
              </a:spcAft>
            </a:pPr>
            <a:br>
              <a:rPr lang="en-US" dirty="0"/>
            </a:br>
            <a:br>
              <a:rPr lang="en-US" dirty="0"/>
            </a:br>
            <a:br>
              <a:rPr lang="en-US" dirty="0"/>
            </a:br>
            <a:br>
              <a:rPr lang="en-US" dirty="0"/>
            </a:br>
            <a:br>
              <a:rPr lang="en-US" dirty="0"/>
            </a:br>
            <a:br>
              <a:rPr lang="en-US" dirty="0"/>
            </a:br>
            <a:br>
              <a:rPr lang="en-US" dirty="0"/>
            </a:br>
            <a:endParaRPr lang="en-US" dirty="0"/>
          </a:p>
          <a:p>
            <a:pPr lvl="0">
              <a:spcBef>
                <a:spcPts val="0"/>
              </a:spcBef>
              <a:spcAft>
                <a:spcPts val="1582"/>
              </a:spcAft>
            </a:pPr>
            <a:r>
              <a:rPr lang="en-US" dirty="0"/>
              <a:t>Opet </a:t>
            </a:r>
            <a:r>
              <a:rPr lang="en-US" dirty="0" err="1"/>
              <a:t>ih</a:t>
            </a:r>
            <a:r>
              <a:rPr lang="en-US" dirty="0"/>
              <a:t>, po </a:t>
            </a:r>
            <a:r>
              <a:rPr lang="en-US" dirty="0" err="1"/>
              <a:t>potrebi</a:t>
            </a:r>
            <a:r>
              <a:rPr lang="en-US" dirty="0"/>
              <a:t> </a:t>
            </a:r>
            <a:r>
              <a:rPr lang="en-US" dirty="0" err="1"/>
              <a:t>možemo</a:t>
            </a:r>
            <a:r>
              <a:rPr lang="en-US" dirty="0"/>
              <a:t> </a:t>
            </a:r>
            <a:r>
              <a:rPr lang="en-US" dirty="0" err="1"/>
              <a:t>napisati</a:t>
            </a:r>
            <a:r>
              <a:rPr lang="en-US" dirty="0"/>
              <a:t> </a:t>
            </a:r>
            <a:r>
              <a:rPr lang="en-US" dirty="0" err="1"/>
              <a:t>kao</a:t>
            </a:r>
            <a:r>
              <a:rPr lang="en-US" dirty="0"/>
              <a:t> </a:t>
            </a:r>
            <a:r>
              <a:rPr lang="en-US" dirty="0" err="1"/>
              <a:t>jednu</a:t>
            </a:r>
            <a:r>
              <a:rPr lang="en-US" dirty="0"/>
              <a:t> </a:t>
            </a:r>
            <a:r>
              <a:rPr lang="en-US" dirty="0" err="1"/>
              <a:t>integro-diferencijalnu</a:t>
            </a:r>
            <a:r>
              <a:rPr lang="en-US" dirty="0"/>
              <a:t> </a:t>
            </a:r>
            <a:r>
              <a:rPr lang="en-US" dirty="0" err="1"/>
              <a:t>jednačinu</a:t>
            </a:r>
            <a:r>
              <a:rPr lang="en-US" dirty="0"/>
              <a:t>.</a:t>
            </a:r>
          </a:p>
          <a:p>
            <a:pPr lvl="0">
              <a:spcBef>
                <a:spcPts val="0"/>
              </a:spcBef>
              <a:spcAft>
                <a:spcPts val="1582"/>
              </a:spcAft>
            </a:pPr>
            <a:r>
              <a:rPr lang="en-US" dirty="0" err="1"/>
              <a:t>Postoji</a:t>
            </a:r>
            <a:r>
              <a:rPr lang="en-US" dirty="0"/>
              <a:t> </a:t>
            </a:r>
            <a:r>
              <a:rPr lang="en-US" dirty="0" err="1"/>
              <a:t>tačno</a:t>
            </a:r>
            <a:r>
              <a:rPr lang="en-US" dirty="0"/>
              <a:t> semi-</a:t>
            </a:r>
            <a:r>
              <a:rPr lang="en-US" dirty="0" err="1"/>
              <a:t>analitičko</a:t>
            </a:r>
            <a:r>
              <a:rPr lang="en-US" dirty="0"/>
              <a:t> </a:t>
            </a:r>
            <a:r>
              <a:rPr lang="en-US" dirty="0" err="1"/>
              <a:t>rešenje</a:t>
            </a:r>
            <a:r>
              <a:rPr lang="en-US" dirty="0"/>
              <a:t>, </a:t>
            </a:r>
            <a:r>
              <a:rPr lang="en-US" dirty="0" err="1"/>
              <a:t>postoje</a:t>
            </a:r>
            <a:r>
              <a:rPr lang="en-US" dirty="0"/>
              <a:t> </a:t>
            </a:r>
            <a:r>
              <a:rPr lang="en-US" dirty="0" err="1"/>
              <a:t>direktna</a:t>
            </a:r>
            <a:r>
              <a:rPr lang="en-US" dirty="0"/>
              <a:t> </a:t>
            </a:r>
            <a:r>
              <a:rPr lang="en-US" dirty="0" err="1"/>
              <a:t>i</a:t>
            </a:r>
            <a:r>
              <a:rPr lang="en-US" dirty="0"/>
              <a:t> </a:t>
            </a:r>
            <a:r>
              <a:rPr lang="en-US" dirty="0" err="1"/>
              <a:t>iterativna</a:t>
            </a:r>
            <a:r>
              <a:rPr lang="en-US" dirty="0"/>
              <a:t> </a:t>
            </a:r>
            <a:r>
              <a:rPr lang="en-US" dirty="0" err="1"/>
              <a:t>numerička</a:t>
            </a:r>
            <a:r>
              <a:rPr lang="en-US" dirty="0"/>
              <a:t> </a:t>
            </a:r>
            <a:r>
              <a:rPr lang="en-US" dirty="0" err="1"/>
              <a:t>rešenja</a:t>
            </a:r>
            <a:r>
              <a:rPr lang="en-US" dirty="0"/>
              <a:t>. </a:t>
            </a:r>
            <a:r>
              <a:rPr lang="en-US" b="1" dirty="0" err="1"/>
              <a:t>Više</a:t>
            </a:r>
            <a:r>
              <a:rPr lang="en-US" b="1" dirty="0"/>
              <a:t> o tome </a:t>
            </a:r>
            <a:r>
              <a:rPr lang="en-US" b="1" dirty="0" err="1"/>
              <a:t>na</a:t>
            </a:r>
            <a:r>
              <a:rPr lang="en-US" b="1" dirty="0"/>
              <a:t> </a:t>
            </a:r>
            <a:r>
              <a:rPr lang="en-US" b="1" dirty="0" err="1"/>
              <a:t>vežbama</a:t>
            </a:r>
            <a:r>
              <a:rPr lang="en-US" b="1" dirty="0"/>
              <a:t>.</a:t>
            </a:r>
          </a:p>
          <a:p>
            <a:pPr lvl="0">
              <a:spcBef>
                <a:spcPts val="0"/>
              </a:spcBef>
              <a:spcAft>
                <a:spcPts val="1582"/>
              </a:spcAft>
            </a:pPr>
            <a:endParaRPr lang="en-US" dirty="0"/>
          </a:p>
          <a:p>
            <a:pPr lvl="0">
              <a:spcBef>
                <a:spcPts val="0"/>
              </a:spcBef>
              <a:spcAft>
                <a:spcPts val="1582"/>
              </a:spcAft>
            </a:pPr>
            <a:endParaRPr lang="en-US" dirty="0"/>
          </a:p>
        </p:txBody>
      </p:sp>
      <p:pic>
        <p:nvPicPr>
          <p:cNvPr id="8" name="Picture 7">
            <a:extLst>
              <a:ext uri="{FF2B5EF4-FFF2-40B4-BE49-F238E27FC236}">
                <a16:creationId xmlns:a16="http://schemas.microsoft.com/office/drawing/2014/main" id="{F1DD5C85-F108-8933-D1EB-5E59574359AB}"/>
              </a:ext>
            </a:extLst>
          </p:cNvPr>
          <p:cNvPicPr>
            <a:picLocks noChangeAspect="1"/>
          </p:cNvPicPr>
          <p:nvPr/>
        </p:nvPicPr>
        <p:blipFill>
          <a:blip r:embed="rId3"/>
          <a:stretch>
            <a:fillRect/>
          </a:stretch>
        </p:blipFill>
        <p:spPr>
          <a:xfrm>
            <a:off x="2335535" y="1438979"/>
            <a:ext cx="5406379" cy="208398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2A343-326F-FEAF-7B14-53028659B6FC}"/>
              </a:ext>
            </a:extLst>
          </p:cNvPr>
          <p:cNvSpPr txBox="1">
            <a:spLocks noGrp="1"/>
          </p:cNvSpPr>
          <p:nvPr>
            <p:ph type="title" idx="4294967295"/>
          </p:nvPr>
        </p:nvSpPr>
        <p:spPr/>
        <p:txBody>
          <a:bodyPr vert="horz">
            <a:spAutoFit/>
          </a:bodyPr>
          <a:lstStyle/>
          <a:p>
            <a:pPr lvl="0"/>
            <a:r>
              <a:rPr lang="en-US"/>
              <a:t>Šta su posledice ne-LTR?</a:t>
            </a:r>
          </a:p>
        </p:txBody>
      </p:sp>
      <p:sp>
        <p:nvSpPr>
          <p:cNvPr id="3" name="Text Placeholder 2">
            <a:extLst>
              <a:ext uri="{FF2B5EF4-FFF2-40B4-BE49-F238E27FC236}">
                <a16:creationId xmlns:a16="http://schemas.microsoft.com/office/drawing/2014/main" id="{5A280FC3-9570-5378-59B0-CE4D5E9840BA}"/>
              </a:ext>
            </a:extLst>
          </p:cNvPr>
          <p:cNvSpPr txBox="1">
            <a:spLocks noGrp="1"/>
          </p:cNvSpPr>
          <p:nvPr>
            <p:ph type="body" idx="4294967295"/>
          </p:nvPr>
        </p:nvSpPr>
        <p:spPr/>
        <p:txBody>
          <a:bodyPr/>
          <a:lstStyle/>
          <a:p>
            <a:pPr lvl="0">
              <a:spcBef>
                <a:spcPts val="0"/>
              </a:spcBef>
              <a:spcAft>
                <a:spcPts val="1582"/>
              </a:spcAft>
            </a:pPr>
            <a:r>
              <a:rPr lang="en-US"/>
              <a:t>Hajde da sami odgovorimo na to pitanje.</a:t>
            </a:r>
          </a:p>
          <a:p>
            <a:pPr lvl="0">
              <a:spcBef>
                <a:spcPts val="0"/>
              </a:spcBef>
              <a:spcAft>
                <a:spcPts val="1582"/>
              </a:spcAft>
            </a:pPr>
            <a:r>
              <a:rPr lang="en-US"/>
              <a:t>Zamislite da imamo, zadatu, izotermalnu atmosferu </a:t>
            </a:r>
            <a:r>
              <a:rPr lang="en-US" b="1"/>
              <a:t>(B = const).</a:t>
            </a:r>
          </a:p>
          <a:p>
            <a:pPr lvl="0">
              <a:spcBef>
                <a:spcPts val="0"/>
              </a:spcBef>
              <a:spcAft>
                <a:spcPts val="1582"/>
              </a:spcAft>
            </a:pPr>
            <a:r>
              <a:rPr lang="en-US"/>
              <a:t>Pretpostavite </a:t>
            </a:r>
            <a:r>
              <a:rPr lang="en-US" b="1"/>
              <a:t>epsilon = 0.</a:t>
            </a:r>
          </a:p>
          <a:p>
            <a:pPr lvl="0">
              <a:spcBef>
                <a:spcPts val="0"/>
              </a:spcBef>
              <a:spcAft>
                <a:spcPts val="1582"/>
              </a:spcAft>
            </a:pPr>
            <a:r>
              <a:rPr lang="en-US"/>
              <a:t>Ubedite sebe (i mene) da će funkcija izvora pasti ispod B na vrhu atmosfere.</a:t>
            </a:r>
          </a:p>
        </p:txBody>
      </p:sp>
      <p:pic>
        <p:nvPicPr>
          <p:cNvPr id="4" name="">
            <a:extLst>
              <a:ext uri="{FF2B5EF4-FFF2-40B4-BE49-F238E27FC236}">
                <a16:creationId xmlns:a16="http://schemas.microsoft.com/office/drawing/2014/main" id="{92FB1482-CA42-6AE5-3078-4BDF427474D8}"/>
              </a:ext>
            </a:extLst>
          </p:cNvPr>
          <p:cNvPicPr>
            <a:picLocks noChangeAspect="1"/>
          </p:cNvPicPr>
          <p:nvPr/>
        </p:nvPicPr>
        <p:blipFill>
          <a:blip r:embed="rId3">
            <a:lum/>
            <a:alphaModFix/>
          </a:blip>
          <a:srcRect/>
          <a:stretch>
            <a:fillRect/>
          </a:stretch>
        </p:blipFill>
        <p:spPr>
          <a:xfrm>
            <a:off x="1370159" y="2707560"/>
            <a:ext cx="7336440" cy="296207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5FF42-85DA-76EC-154C-9E025E4212EF}"/>
              </a:ext>
            </a:extLst>
          </p:cNvPr>
          <p:cNvSpPr txBox="1">
            <a:spLocks noGrp="1"/>
          </p:cNvSpPr>
          <p:nvPr>
            <p:ph type="title" idx="4294967295"/>
          </p:nvPr>
        </p:nvSpPr>
        <p:spPr/>
        <p:txBody>
          <a:bodyPr vert="horz">
            <a:spAutoFit/>
          </a:bodyPr>
          <a:lstStyle/>
          <a:p>
            <a:pPr lvl="0"/>
            <a:r>
              <a:rPr lang="en-US"/>
              <a:t>Tačno rešenje – funkcija izvora bitno pada na vrhu atmosfere</a:t>
            </a:r>
          </a:p>
        </p:txBody>
      </p:sp>
      <p:pic>
        <p:nvPicPr>
          <p:cNvPr id="3" name="">
            <a:extLst>
              <a:ext uri="{FF2B5EF4-FFF2-40B4-BE49-F238E27FC236}">
                <a16:creationId xmlns:a16="http://schemas.microsoft.com/office/drawing/2014/main" id="{832FE189-5F0E-F4AD-7472-51AF1C1265B4}"/>
              </a:ext>
            </a:extLst>
          </p:cNvPr>
          <p:cNvPicPr>
            <a:picLocks noChangeAspect="1"/>
          </p:cNvPicPr>
          <p:nvPr/>
        </p:nvPicPr>
        <p:blipFill>
          <a:blip r:embed="rId3">
            <a:lum/>
            <a:alphaModFix/>
          </a:blip>
          <a:srcRect/>
          <a:stretch>
            <a:fillRect/>
          </a:stretch>
        </p:blipFill>
        <p:spPr>
          <a:xfrm>
            <a:off x="2172240" y="1479599"/>
            <a:ext cx="5234400" cy="3516479"/>
          </a:xfrm>
          <a:prstGeom prst="rect">
            <a:avLst/>
          </a:prstGeom>
          <a:noFill/>
          <a:ln>
            <a:noFill/>
          </a:ln>
        </p:spPr>
      </p:pic>
      <p:sp>
        <p:nvSpPr>
          <p:cNvPr id="4" name="Freeform: Shape 3">
            <a:extLst>
              <a:ext uri="{FF2B5EF4-FFF2-40B4-BE49-F238E27FC236}">
                <a16:creationId xmlns:a16="http://schemas.microsoft.com/office/drawing/2014/main" id="{DEF16456-9B18-3F5A-5422-8CA59D3B22E3}"/>
              </a:ext>
            </a:extLst>
          </p:cNvPr>
          <p:cNvSpPr/>
          <p:nvPr/>
        </p:nvSpPr>
        <p:spPr>
          <a:xfrm>
            <a:off x="5712840" y="1142640"/>
            <a:ext cx="1828080" cy="1143000"/>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noFill/>
          <a:ln w="29160">
            <a:solidFill>
              <a:srgbClr val="3465A4"/>
            </a:solidFill>
            <a:prstDash val="solid"/>
          </a:ln>
        </p:spPr>
        <p:txBody>
          <a:bodyPr vert="horz" wrap="none" lIns="104400" tIns="59400" rIns="104400" bIns="59400" anchor="ctr" anchorCtr="0"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5" name="TextBox 4">
            <a:extLst>
              <a:ext uri="{FF2B5EF4-FFF2-40B4-BE49-F238E27FC236}">
                <a16:creationId xmlns:a16="http://schemas.microsoft.com/office/drawing/2014/main" id="{56120FC4-3308-A83C-B6EA-92C66E5C24F8}"/>
              </a:ext>
            </a:extLst>
          </p:cNvPr>
          <p:cNvSpPr txBox="1"/>
          <p:nvPr/>
        </p:nvSpPr>
        <p:spPr>
          <a:xfrm>
            <a:off x="7281123" y="2057039"/>
            <a:ext cx="2545437" cy="2046927"/>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pPr>
            <a:r>
              <a:rPr lang="en-US" sz="1600" b="0" i="0" u="none" strike="noStrike" kern="1200" cap="none" dirty="0" err="1">
                <a:ln>
                  <a:noFill/>
                </a:ln>
                <a:latin typeface="Open Sans" pitchFamily="34"/>
                <a:ea typeface="Microsoft YaHei" pitchFamily="2"/>
                <a:cs typeface="Arial" pitchFamily="2"/>
              </a:rPr>
              <a:t>Funkcija</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izvora</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dostiže</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Plankovu</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funkciju</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duboko</a:t>
            </a:r>
            <a:r>
              <a:rPr lang="en-US" sz="1600" b="0" i="0" u="none" strike="noStrike" kern="1200" cap="none" dirty="0">
                <a:ln>
                  <a:noFill/>
                </a:ln>
                <a:latin typeface="Open Sans" pitchFamily="34"/>
                <a:ea typeface="Microsoft YaHei" pitchFamily="2"/>
                <a:cs typeface="Arial" pitchFamily="2"/>
              </a:rPr>
              <a:t> u </a:t>
            </a:r>
            <a:r>
              <a:rPr lang="en-US" sz="1600" b="0" i="0" u="none" strike="noStrike" kern="1200" cap="none" dirty="0" err="1">
                <a:ln>
                  <a:noFill/>
                </a:ln>
                <a:latin typeface="Open Sans" pitchFamily="34"/>
                <a:ea typeface="Microsoft YaHei" pitchFamily="2"/>
                <a:cs typeface="Arial" pitchFamily="2"/>
              </a:rPr>
              <a:t>atmosferi</a:t>
            </a:r>
            <a:r>
              <a:rPr lang="en-US" sz="1600" b="0" i="0" u="none" strike="noStrike" kern="1200" cap="none" dirty="0">
                <a:ln>
                  <a:noFill/>
                </a:ln>
                <a:latin typeface="Open Sans" pitchFamily="34"/>
                <a:ea typeface="Microsoft YaHei" pitchFamily="2"/>
                <a:cs typeface="Arial" pitchFamily="2"/>
              </a:rPr>
              <a:t>. Ovo </a:t>
            </a:r>
            <a:r>
              <a:rPr lang="en-US" sz="1600" b="0" i="0" u="none" strike="noStrike" kern="1200" cap="none" dirty="0" err="1">
                <a:ln>
                  <a:noFill/>
                </a:ln>
                <a:latin typeface="Open Sans" pitchFamily="34"/>
                <a:ea typeface="Microsoft YaHei" pitchFamily="2"/>
                <a:cs typeface="Arial" pitchFamily="2"/>
              </a:rPr>
              <a:t>nema</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nikakve</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veze</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sa</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gustinom</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već</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sa</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ukupnom</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neprozračnošću</a:t>
            </a:r>
            <a:r>
              <a:rPr lang="en-US" sz="1600" b="0" i="0" u="none" strike="noStrike" kern="1200" cap="none" dirty="0">
                <a:ln>
                  <a:noFill/>
                </a:ln>
                <a:latin typeface="Open Sans" pitchFamily="34"/>
                <a:ea typeface="Microsoft YaHei" pitchFamily="2"/>
                <a:cs typeface="Arial" pitchFamily="2"/>
              </a:rPr>
              <a:t>.</a:t>
            </a:r>
          </a:p>
        </p:txBody>
      </p:sp>
      <p:sp>
        <p:nvSpPr>
          <p:cNvPr id="6" name="Freeform: Shape 5">
            <a:extLst>
              <a:ext uri="{FF2B5EF4-FFF2-40B4-BE49-F238E27FC236}">
                <a16:creationId xmlns:a16="http://schemas.microsoft.com/office/drawing/2014/main" id="{D14BD83D-BB12-4B05-A182-D1AF506179BF}"/>
              </a:ext>
            </a:extLst>
          </p:cNvPr>
          <p:cNvSpPr/>
          <p:nvPr/>
        </p:nvSpPr>
        <p:spPr>
          <a:xfrm>
            <a:off x="2513520" y="2514240"/>
            <a:ext cx="1828080" cy="2057039"/>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noFill/>
          <a:ln w="29160">
            <a:solidFill>
              <a:srgbClr val="3465A4"/>
            </a:solidFill>
            <a:prstDash val="solid"/>
          </a:ln>
        </p:spPr>
        <p:txBody>
          <a:bodyPr vert="horz" wrap="none" lIns="104400" tIns="59400" rIns="104400" bIns="59400" anchor="ctr" anchorCtr="0"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Microsoft YaHei" pitchFamily="2"/>
              <a:cs typeface="Arial" pitchFamily="2"/>
            </a:endParaRPr>
          </a:p>
        </p:txBody>
      </p:sp>
      <p:sp>
        <p:nvSpPr>
          <p:cNvPr id="7" name="TextBox 6">
            <a:extLst>
              <a:ext uri="{FF2B5EF4-FFF2-40B4-BE49-F238E27FC236}">
                <a16:creationId xmlns:a16="http://schemas.microsoft.com/office/drawing/2014/main" id="{78DC8762-6005-DB99-46DE-A1C5576F0BC3}"/>
              </a:ext>
            </a:extLst>
          </p:cNvPr>
          <p:cNvSpPr txBox="1"/>
          <p:nvPr/>
        </p:nvSpPr>
        <p:spPr>
          <a:xfrm>
            <a:off x="93600" y="2780551"/>
            <a:ext cx="2379240" cy="2046927"/>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pPr>
            <a:r>
              <a:rPr lang="en-US" sz="1600" b="0" i="0" u="none" strike="noStrike" kern="1200" cap="none" dirty="0" err="1">
                <a:ln>
                  <a:noFill/>
                </a:ln>
                <a:latin typeface="Open Sans" pitchFamily="34"/>
                <a:ea typeface="Microsoft YaHei" pitchFamily="2"/>
                <a:cs typeface="Arial" pitchFamily="2"/>
              </a:rPr>
              <a:t>Vrh</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atmosfere</a:t>
            </a:r>
            <a:r>
              <a:rPr lang="en-US" sz="1600" b="0" i="0" u="none" strike="noStrike" kern="1200" cap="none" dirty="0">
                <a:ln>
                  <a:noFill/>
                </a:ln>
                <a:latin typeface="Open Sans" pitchFamily="34"/>
                <a:ea typeface="Microsoft YaHei" pitchFamily="2"/>
                <a:cs typeface="Arial" pitchFamily="2"/>
              </a:rPr>
              <a:t> – mala </a:t>
            </a:r>
            <a:r>
              <a:rPr lang="en-US" sz="1600" b="0" i="0" u="none" strike="noStrike" kern="1200" cap="none" dirty="0" err="1">
                <a:ln>
                  <a:noFill/>
                </a:ln>
                <a:latin typeface="Open Sans" pitchFamily="34"/>
                <a:ea typeface="Microsoft YaHei" pitchFamily="2"/>
                <a:cs typeface="Arial" pitchFamily="2"/>
              </a:rPr>
              <a:t>vrednost</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funkcije</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izvora</a:t>
            </a:r>
            <a:r>
              <a:rPr lang="en-US" sz="1600" b="0" i="0" u="none" strike="noStrike" kern="1200" cap="none" dirty="0">
                <a:ln>
                  <a:noFill/>
                </a:ln>
                <a:latin typeface="Open Sans" pitchFamily="34"/>
                <a:ea typeface="Microsoft YaHei" pitchFamily="2"/>
                <a:cs typeface="Arial" pitchFamily="2"/>
              </a:rPr>
              <a:t>. Ovo je </a:t>
            </a:r>
            <a:r>
              <a:rPr lang="en-US" sz="1600" b="0" i="0" u="none" strike="noStrike" kern="1200" cap="none" dirty="0" err="1">
                <a:ln>
                  <a:noFill/>
                </a:ln>
                <a:latin typeface="Open Sans" pitchFamily="34"/>
                <a:ea typeface="Microsoft YaHei" pitchFamily="2"/>
                <a:cs typeface="Arial" pitchFamily="2"/>
              </a:rPr>
              <a:t>zato</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što</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fotoni</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beže</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iz</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atmosfere</a:t>
            </a:r>
            <a:r>
              <a:rPr lang="en-US" sz="1600" b="0" i="0" u="none" strike="noStrike" kern="1200" cap="none" dirty="0">
                <a:ln>
                  <a:noFill/>
                </a:ln>
                <a:latin typeface="Open Sans" pitchFamily="34"/>
                <a:ea typeface="Microsoft YaHei" pitchFamily="2"/>
                <a:cs typeface="Arial" pitchFamily="2"/>
              </a:rPr>
              <a:t>, pa J pada, a </a:t>
            </a:r>
            <a:r>
              <a:rPr lang="en-US" sz="1600" b="0" i="0" u="none" strike="noStrike" kern="1200" cap="none" dirty="0" err="1">
                <a:ln>
                  <a:noFill/>
                </a:ln>
                <a:latin typeface="Open Sans" pitchFamily="34"/>
                <a:ea typeface="Microsoft YaHei" pitchFamily="2"/>
                <a:cs typeface="Arial" pitchFamily="2"/>
              </a:rPr>
              <a:t>samim</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tim</a:t>
            </a:r>
            <a:r>
              <a:rPr lang="en-US" sz="1600" b="0" i="0" u="none" strike="noStrike" kern="1200" cap="none" dirty="0">
                <a:ln>
                  <a:noFill/>
                </a:ln>
                <a:latin typeface="Open Sans" pitchFamily="34"/>
                <a:ea typeface="Microsoft YaHei" pitchFamily="2"/>
                <a:cs typeface="Arial" pitchFamily="2"/>
              </a:rPr>
              <a:t> </a:t>
            </a:r>
            <a:r>
              <a:rPr lang="en-US" sz="1600" b="0" i="0" u="none" strike="noStrike" kern="1200" cap="none" dirty="0" err="1">
                <a:ln>
                  <a:noFill/>
                </a:ln>
                <a:latin typeface="Open Sans" pitchFamily="34"/>
                <a:ea typeface="Microsoft YaHei" pitchFamily="2"/>
                <a:cs typeface="Arial" pitchFamily="2"/>
              </a:rPr>
              <a:t>i</a:t>
            </a:r>
            <a:r>
              <a:rPr lang="en-US" sz="1600" b="0" i="0" u="none" strike="noStrike" kern="1200" cap="none" dirty="0">
                <a:ln>
                  <a:noFill/>
                </a:ln>
                <a:latin typeface="Open Sans" pitchFamily="34"/>
                <a:ea typeface="Microsoft YaHei" pitchFamily="2"/>
                <a:cs typeface="Arial" pitchFamily="2"/>
              </a:rPr>
              <a:t> S.</a:t>
            </a:r>
          </a:p>
          <a:p>
            <a:pPr marL="0" marR="0" lvl="0" indent="0" rtl="0" hangingPunct="0">
              <a:lnSpc>
                <a:spcPct val="100000"/>
              </a:lnSpc>
              <a:spcBef>
                <a:spcPts val="0"/>
              </a:spcBef>
              <a:spcAft>
                <a:spcPts val="0"/>
              </a:spcAft>
              <a:buNone/>
              <a:tabLst/>
            </a:pPr>
            <a:endParaRPr lang="en-US" sz="1600" b="0" i="0" u="none" strike="noStrike" kern="1200" cap="none" dirty="0">
              <a:ln>
                <a:noFill/>
              </a:ln>
              <a:latin typeface="Open Sans" pitchFamily="34"/>
              <a:ea typeface="Microsoft YaHei" pitchFamily="2"/>
              <a:cs typeface="Arial" pitchFamily="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page3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F0FCE-42A8-E87B-A446-08AC96A97FE0}"/>
              </a:ext>
            </a:extLst>
          </p:cNvPr>
          <p:cNvSpPr txBox="1">
            <a:spLocks noGrp="1"/>
          </p:cNvSpPr>
          <p:nvPr>
            <p:ph type="title" idx="4294967295"/>
          </p:nvPr>
        </p:nvSpPr>
        <p:spPr/>
        <p:txBody>
          <a:bodyPr vert="horz">
            <a:spAutoFit/>
          </a:bodyPr>
          <a:lstStyle/>
          <a:p>
            <a:pPr lvl="0"/>
            <a:r>
              <a:rPr lang="en-US"/>
              <a:t>Da sumiramo:</a:t>
            </a:r>
          </a:p>
        </p:txBody>
      </p:sp>
      <p:sp>
        <p:nvSpPr>
          <p:cNvPr id="3" name="Text Placeholder 2">
            <a:extLst>
              <a:ext uri="{FF2B5EF4-FFF2-40B4-BE49-F238E27FC236}">
                <a16:creationId xmlns:a16="http://schemas.microsoft.com/office/drawing/2014/main" id="{A2D343C5-4646-F2E9-B990-5707DBFF7115}"/>
              </a:ext>
            </a:extLst>
          </p:cNvPr>
          <p:cNvSpPr txBox="1">
            <a:spLocks noGrp="1"/>
          </p:cNvSpPr>
          <p:nvPr>
            <p:ph type="body" idx="4294967295"/>
          </p:nvPr>
        </p:nvSpPr>
        <p:spPr/>
        <p:txBody>
          <a:bodyPr/>
          <a:lstStyle/>
          <a:p>
            <a:pPr lvl="0">
              <a:spcBef>
                <a:spcPts val="0"/>
              </a:spcBef>
              <a:spcAft>
                <a:spcPts val="1582"/>
              </a:spcAft>
            </a:pPr>
            <a:r>
              <a:rPr lang="en-US"/>
              <a:t>Računanje (modelovanje) spektra u spektralnim linijama prati iste korake kao za kontinuum</a:t>
            </a:r>
          </a:p>
          <a:p>
            <a:pPr lvl="0">
              <a:spcBef>
                <a:spcPts val="0"/>
              </a:spcBef>
              <a:spcAft>
                <a:spcPts val="1582"/>
              </a:spcAft>
            </a:pPr>
            <a:r>
              <a:rPr lang="en-US"/>
              <a:t>Izračunamo neprozračnost</a:t>
            </a:r>
          </a:p>
          <a:p>
            <a:pPr lvl="0">
              <a:spcBef>
                <a:spcPts val="0"/>
              </a:spcBef>
              <a:spcAft>
                <a:spcPts val="1582"/>
              </a:spcAft>
            </a:pPr>
            <a:r>
              <a:rPr lang="en-US"/>
              <a:t>Zavisno od aproksimacije, nadjemo funkciju izvora u liniji (na željenim talasnim dužinama)</a:t>
            </a:r>
          </a:p>
          <a:p>
            <a:pPr lvl="0">
              <a:spcBef>
                <a:spcPts val="0"/>
              </a:spcBef>
              <a:spcAft>
                <a:spcPts val="1582"/>
              </a:spcAft>
            </a:pPr>
            <a:r>
              <a:rPr lang="en-US"/>
              <a:t>Rešavamo:</a:t>
            </a:r>
            <a:br>
              <a:rPr lang="en-US"/>
            </a:br>
            <a:br>
              <a:rPr lang="en-US"/>
            </a:br>
            <a:br>
              <a:rPr lang="en-US"/>
            </a:br>
            <a:br>
              <a:rPr lang="en-US"/>
            </a:br>
            <a:br>
              <a:rPr lang="en-US"/>
            </a:br>
            <a:endParaRPr lang="en-US"/>
          </a:p>
          <a:p>
            <a:pPr lvl="0">
              <a:spcBef>
                <a:spcPts val="0"/>
              </a:spcBef>
              <a:spcAft>
                <a:spcPts val="1582"/>
              </a:spcAft>
            </a:pPr>
            <a:r>
              <a:rPr lang="en-US"/>
              <a:t>Videćemo da je ovo samo konačno računanje izlaznog spektra i da ćemo možda u medjuvremenu morati da rešimo još mnogo JPZ da bismo našli funkciju izvora.</a:t>
            </a:r>
            <a:br>
              <a:rPr lang="en-US"/>
            </a:br>
            <a:br>
              <a:rPr lang="en-US"/>
            </a:br>
            <a:endParaRPr lang="en-US"/>
          </a:p>
        </p:txBody>
      </p:sp>
      <p:pic>
        <p:nvPicPr>
          <p:cNvPr id="4" name="">
            <a:extLst>
              <a:ext uri="{FF2B5EF4-FFF2-40B4-BE49-F238E27FC236}">
                <a16:creationId xmlns:a16="http://schemas.microsoft.com/office/drawing/2014/main" id="{935BB338-D3F7-C5D8-1FCD-0C8F4BCADC8A}"/>
              </a:ext>
            </a:extLst>
          </p:cNvPr>
          <p:cNvPicPr>
            <a:picLocks noChangeAspect="1"/>
          </p:cNvPicPr>
          <p:nvPr/>
        </p:nvPicPr>
        <p:blipFill>
          <a:blip r:embed="rId3">
            <a:lum/>
            <a:alphaModFix/>
          </a:blip>
          <a:srcRect/>
          <a:stretch>
            <a:fillRect/>
          </a:stretch>
        </p:blipFill>
        <p:spPr>
          <a:xfrm>
            <a:off x="3504600" y="2814840"/>
            <a:ext cx="3067200" cy="752400"/>
          </a:xfrm>
          <a:prstGeom prst="rect">
            <a:avLst/>
          </a:prstGeom>
          <a:noFill/>
          <a:ln>
            <a:noFill/>
          </a:ln>
        </p:spPr>
      </p:pic>
    </p:spTree>
  </p:cSld>
  <p:clrMapOvr>
    <a:masterClrMapping/>
  </p:clrMapOvr>
</p:sld>
</file>

<file path=ppt/theme/theme1.xml><?xml version="1.0" encoding="utf-8"?>
<a:theme xmlns:a="http://schemas.openxmlformats.org/drawingml/2006/main" name="Defaul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20613</TotalTime>
  <Words>1567</Words>
  <Application>Microsoft Office PowerPoint</Application>
  <PresentationFormat>Widescreen</PresentationFormat>
  <Paragraphs>163</Paragraphs>
  <Slides>31</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Liberation Sans</vt:lpstr>
      <vt:lpstr>Liberation Serif</vt:lpstr>
      <vt:lpstr>Open Sans</vt:lpstr>
      <vt:lpstr>Rubik</vt:lpstr>
      <vt:lpstr>Rubik Light</vt:lpstr>
      <vt:lpstr>StarSymbol</vt:lpstr>
      <vt:lpstr>Default</vt:lpstr>
      <vt:lpstr>PowerPoint Presentation</vt:lpstr>
      <vt:lpstr>Setimo se Eddinton-Barbije relacije</vt:lpstr>
      <vt:lpstr>Posledice i važnost spektralnih linija</vt:lpstr>
      <vt:lpstr>Posledice i važnost spektralnih linija</vt:lpstr>
      <vt:lpstr>Posledice i važnost spektralnih linija</vt:lpstr>
      <vt:lpstr>Računanje koeficijenta apsorpcije i emisije (!tabla)</vt:lpstr>
      <vt:lpstr>Ukupan koeficijent apsorpcije</vt:lpstr>
      <vt:lpstr>Funkcija izvora u liniji</vt:lpstr>
      <vt:lpstr>Medjutim</vt:lpstr>
      <vt:lpstr>LTR</vt:lpstr>
      <vt:lpstr>LTR</vt:lpstr>
      <vt:lpstr>LTR i zračenje</vt:lpstr>
      <vt:lpstr>Ili kao što stoji u knjizi Stellar Atmospheres III (Mihalas &amp; Hubeny)</vt:lpstr>
      <vt:lpstr>Nije očigledno, ali povezano je sa ovim problemom:</vt:lpstr>
      <vt:lpstr>Da skiciramo (možemo i tablu):</vt:lpstr>
      <vt:lpstr>Da skiciramo (možemo i tablu):</vt:lpstr>
      <vt:lpstr>Razmišljajmo o sledećem:</vt:lpstr>
      <vt:lpstr>Razmišljajmo o sledećem:</vt:lpstr>
      <vt:lpstr>Rasejanje (u) spektralnim linijama</vt:lpstr>
      <vt:lpstr>Koherentno rasejanje</vt:lpstr>
      <vt:lpstr>U kom slučaju ćemo videti više rasejanih fotona?</vt:lpstr>
      <vt:lpstr>Koeficijent emisije u kontinuumu usled rasejanja</vt:lpstr>
      <vt:lpstr>Ako ovo sada zamenimo nazad u JPZ:</vt:lpstr>
      <vt:lpstr>Nazad na rasejanje u linijama</vt:lpstr>
      <vt:lpstr>(Klasični) modeli formiranja spektralnih linija</vt:lpstr>
      <vt:lpstr>PowerPoint Presentation</vt:lpstr>
      <vt:lpstr>Milne-Eddingtonov model</vt:lpstr>
      <vt:lpstr>Atom sa dva nivoa u ne-LTR</vt:lpstr>
      <vt:lpstr>Šta su posledice ne-LTR?</vt:lpstr>
      <vt:lpstr>Tačno rešenje – funkcija izvora bitno pada na vrhu atmosfere</vt:lpstr>
      <vt:lpstr>Da sumiramo: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Ivan Milic</dc:creator>
  <cp:lastModifiedBy>Ivan Milic</cp:lastModifiedBy>
  <cp:revision>2473</cp:revision>
  <dcterms:created xsi:type="dcterms:W3CDTF">2021-01-12T21:16:47Z</dcterms:created>
  <dcterms:modified xsi:type="dcterms:W3CDTF">2026-02-01T11:00:52Z</dcterms:modified>
</cp:coreProperties>
</file>